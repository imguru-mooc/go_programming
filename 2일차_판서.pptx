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91" autoAdjust="0"/>
    <p:restoredTop sz="96940" autoAdjust="0"/>
  </p:normalViewPr>
  <p:slideViewPr>
    <p:cSldViewPr snapToGrid="0">
      <p:cViewPr varScale="1">
        <p:scale>
          <a:sx n="119" d="100"/>
          <a:sy n="119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99BB1-D239-1377-5A95-E113C16425BF}"/>
              </a:ext>
            </a:extLst>
          </p:cNvPr>
          <p:cNvSpPr txBox="1"/>
          <p:nvPr/>
        </p:nvSpPr>
        <p:spPr>
          <a:xfrm>
            <a:off x="513347" y="56147"/>
            <a:ext cx="499688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package errors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New(text string) error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	return &amp;errorString{text}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type errorString struct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	s string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(e *errorString) Error() string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	return e.s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99BB1-D239-1377-5A95-E113C16425BF}"/>
              </a:ext>
            </a:extLst>
          </p:cNvPr>
          <p:cNvSpPr txBox="1"/>
          <p:nvPr/>
        </p:nvSpPr>
        <p:spPr>
          <a:xfrm>
            <a:off x="318354" y="136357"/>
            <a:ext cx="6590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/>
              <a:t>err := errors.New("파일 없음")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newErr := fmt.Errorf("</a:t>
            </a:r>
            <a:r>
              <a:rPr lang="ko-KR" altLang="en-US">
                <a:latin typeface="Consolas" panose="020B0609020204030204" pitchFamily="49" charset="0"/>
              </a:rPr>
              <a:t>설정 파일 읽기 실패</a:t>
            </a:r>
            <a:r>
              <a:rPr lang="en-US" altLang="ko-KR">
                <a:latin typeface="Consolas" panose="020B0609020204030204" pitchFamily="49" charset="0"/>
              </a:rPr>
              <a:t>: %w", err)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8994093" y="515406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560956" y="52423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520724" y="5214045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0285483" y="5398711"/>
            <a:ext cx="1235241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197505" y="1054249"/>
            <a:ext cx="39323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 wrapError struct {</a:t>
            </a:r>
          </a:p>
          <a:p>
            <a:r>
              <a:rPr lang="en-US" altLang="ko-KR"/>
              <a:t>    msg string</a:t>
            </a:r>
          </a:p>
          <a:p>
            <a:r>
              <a:rPr lang="en-US" altLang="ko-KR"/>
              <a:t>    err error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Error() string {</a:t>
            </a:r>
          </a:p>
          <a:p>
            <a:r>
              <a:rPr lang="en-US" altLang="ko-KR"/>
              <a:t>    return e.msg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Unwrap() error {</a:t>
            </a:r>
          </a:p>
          <a:p>
            <a:r>
              <a:rPr lang="en-US" altLang="ko-KR"/>
              <a:t>    return e.err</a:t>
            </a:r>
          </a:p>
          <a:p>
            <a:r>
              <a:rPr lang="en-US" altLang="ko-KR"/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6845969" y="321559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6845969" y="370488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8781275" y="2398874"/>
            <a:ext cx="453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297896" y="32436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137359" y="2598929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297896" y="37255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137359" y="3949524"/>
            <a:ext cx="1502429" cy="1204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006506" y="176641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006506" y="225569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458433" y="179448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458433" y="22764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297896" y="1027330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373783" y="782688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..."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297896" y="2500337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5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99BB1-D239-1377-5A95-E113C16425BF}"/>
              </a:ext>
            </a:extLst>
          </p:cNvPr>
          <p:cNvSpPr txBox="1"/>
          <p:nvPr/>
        </p:nvSpPr>
        <p:spPr>
          <a:xfrm>
            <a:off x="318354" y="136357"/>
            <a:ext cx="6590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/>
              <a:t>err := errors.New("파일 없음")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newErr := fmt.Errorf("</a:t>
            </a:r>
            <a:r>
              <a:rPr lang="ko-KR" altLang="en-US">
                <a:latin typeface="Consolas" panose="020B0609020204030204" pitchFamily="49" charset="0"/>
              </a:rPr>
              <a:t>설정 파일 읽기 실패</a:t>
            </a:r>
            <a:r>
              <a:rPr lang="en-US" altLang="ko-KR">
                <a:latin typeface="Consolas" panose="020B0609020204030204" pitchFamily="49" charset="0"/>
              </a:rPr>
              <a:t>: %w", err)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8994093" y="515406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560956" y="52423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520724" y="5214045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0285483" y="5398711"/>
            <a:ext cx="1235241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197505" y="1054249"/>
            <a:ext cx="39323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 wrapError struct {</a:t>
            </a:r>
          </a:p>
          <a:p>
            <a:r>
              <a:rPr lang="en-US" altLang="ko-KR"/>
              <a:t>    msg string</a:t>
            </a:r>
          </a:p>
          <a:p>
            <a:r>
              <a:rPr lang="en-US" altLang="ko-KR"/>
              <a:t>    err error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Error() string {</a:t>
            </a:r>
          </a:p>
          <a:p>
            <a:r>
              <a:rPr lang="en-US" altLang="ko-KR"/>
              <a:t>    return e.msg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Unwrap() error {</a:t>
            </a:r>
          </a:p>
          <a:p>
            <a:r>
              <a:rPr lang="en-US" altLang="ko-KR"/>
              <a:t>    return e.err</a:t>
            </a:r>
          </a:p>
          <a:p>
            <a:r>
              <a:rPr lang="en-US" altLang="ko-KR"/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6845969" y="321559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6845969" y="370488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8781275" y="2398874"/>
            <a:ext cx="453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297896" y="32436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137359" y="2598929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297896" y="37255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137359" y="3949524"/>
            <a:ext cx="1502429" cy="1204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006506" y="176641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006506" y="225569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458433" y="179448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458433" y="22764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297896" y="1027330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373783" y="782688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..."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297896" y="2500337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0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8994093" y="515406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560956" y="52423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520724" y="5214045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0285483" y="5398711"/>
            <a:ext cx="1235241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-145504" y="-122199"/>
            <a:ext cx="711246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func is(err, target error, targetComparable bool) bool {</a:t>
            </a:r>
          </a:p>
          <a:p>
            <a:r>
              <a:rPr lang="en-US" altLang="ko-KR"/>
              <a:t>    for {</a:t>
            </a:r>
          </a:p>
          <a:p>
            <a:r>
              <a:rPr lang="en-US" altLang="ko-KR"/>
              <a:t>        if targetComparable &amp;&amp; err == target {</a:t>
            </a:r>
          </a:p>
          <a:p>
            <a:r>
              <a:rPr lang="en-US" altLang="ko-KR"/>
              <a:t>            return true</a:t>
            </a:r>
          </a:p>
          <a:p>
            <a:r>
              <a:rPr lang="en-US" altLang="ko-KR"/>
              <a:t>        }</a:t>
            </a:r>
          </a:p>
          <a:p>
            <a:endParaRPr lang="en-US" altLang="ko-KR"/>
          </a:p>
          <a:p>
            <a:r>
              <a:rPr lang="en-US" altLang="ko-KR"/>
              <a:t>        if x, ok := err.(interface{ Is(error) bool }); ok &amp;&amp; x.Is(target) {</a:t>
            </a:r>
          </a:p>
          <a:p>
            <a:r>
              <a:rPr lang="en-US" altLang="ko-KR"/>
              <a:t>            return true</a:t>
            </a:r>
          </a:p>
          <a:p>
            <a:r>
              <a:rPr lang="en-US" altLang="ko-KR"/>
              <a:t>        }</a:t>
            </a:r>
          </a:p>
          <a:p>
            <a:endParaRPr lang="en-US" altLang="ko-KR"/>
          </a:p>
          <a:p>
            <a:r>
              <a:rPr lang="en-US" altLang="ko-KR"/>
              <a:t>        switch x := err.(type) {</a:t>
            </a:r>
          </a:p>
          <a:p>
            <a:r>
              <a:rPr lang="en-US" altLang="ko-KR"/>
              <a:t>        case interface{ Unwrap() error }:</a:t>
            </a:r>
          </a:p>
          <a:p>
            <a:r>
              <a:rPr lang="en-US" altLang="ko-KR"/>
              <a:t>            err = x.Unwrap()</a:t>
            </a:r>
          </a:p>
          <a:p>
            <a:r>
              <a:rPr lang="en-US" altLang="ko-KR"/>
              <a:t>            if err == nil {</a:t>
            </a:r>
          </a:p>
          <a:p>
            <a:r>
              <a:rPr lang="en-US" altLang="ko-KR"/>
              <a:t>                return false</a:t>
            </a:r>
          </a:p>
          <a:p>
            <a:r>
              <a:rPr lang="en-US" altLang="ko-KR"/>
              <a:t>            }</a:t>
            </a:r>
          </a:p>
          <a:p>
            <a:endParaRPr lang="en-US" altLang="ko-KR"/>
          </a:p>
          <a:p>
            <a:r>
              <a:rPr lang="en-US" altLang="ko-KR"/>
              <a:t>        default:</a:t>
            </a:r>
          </a:p>
          <a:p>
            <a:r>
              <a:rPr lang="en-US" altLang="ko-KR"/>
              <a:t>            return false</a:t>
            </a:r>
          </a:p>
          <a:p>
            <a:r>
              <a:rPr lang="en-US" altLang="ko-KR"/>
              <a:t>        }</a:t>
            </a:r>
          </a:p>
          <a:p>
            <a:r>
              <a:rPr lang="en-US" altLang="ko-KR"/>
              <a:t>    }</a:t>
            </a:r>
          </a:p>
          <a:p>
            <a:r>
              <a:rPr lang="en-US" altLang="ko-KR"/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6845969" y="321559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6845969" y="370488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8781275" y="2398874"/>
            <a:ext cx="453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297896" y="32436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137359" y="2598929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297896" y="37255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137359" y="3949524"/>
            <a:ext cx="1502429" cy="1204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006506" y="176641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006506" y="225569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458433" y="179448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458433" y="22764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297896" y="1027330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373783" y="782688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..."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297896" y="2500337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75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9094096" y="58679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660959" y="59561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207903" y="586794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10385486" y="6067997"/>
            <a:ext cx="822417" cy="44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298769" y="114515"/>
            <a:ext cx="4724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 </a:t>
            </a:r>
            <a:r>
              <a:rPr lang="ko-KR" altLang="en-US"/>
              <a:t>깊이 래핑되어도 </a:t>
            </a:r>
            <a:r>
              <a:rPr lang="en-US" altLang="ko-KR"/>
              <a:t>OK</a:t>
            </a:r>
          </a:p>
          <a:p>
            <a:r>
              <a:rPr lang="en-US" altLang="ko-KR"/>
              <a:t>err := fmt.Errorf("</a:t>
            </a:r>
            <a:r>
              <a:rPr lang="ko-KR" altLang="en-US"/>
              <a:t>처리 중</a:t>
            </a:r>
            <a:r>
              <a:rPr lang="en-US" altLang="ko-KR"/>
              <a:t>: %w",</a:t>
            </a:r>
          </a:p>
          <a:p>
            <a:r>
              <a:rPr lang="en-US" altLang="ko-KR"/>
              <a:t>       fmt.Errorf("</a:t>
            </a:r>
            <a:r>
              <a:rPr lang="ko-KR" altLang="en-US"/>
              <a:t>로딩 중</a:t>
            </a:r>
            <a:r>
              <a:rPr lang="en-US" altLang="ko-KR"/>
              <a:t>: %w",</a:t>
            </a:r>
          </a:p>
          <a:p>
            <a:r>
              <a:rPr lang="en-US" altLang="ko-KR"/>
              <a:t>       fmt.Errorf("</a:t>
            </a:r>
            <a:r>
              <a:rPr lang="ko-KR" altLang="en-US"/>
              <a:t>열기</a:t>
            </a:r>
            <a:r>
              <a:rPr lang="en-US" altLang="ko-KR"/>
              <a:t>: %w", os.ErrNotExist)))</a:t>
            </a:r>
          </a:p>
          <a:p>
            <a:endParaRPr lang="en-US" altLang="ko-KR"/>
          </a:p>
          <a:p>
            <a:r>
              <a:rPr lang="en-US" altLang="ko-KR"/>
              <a:t>errors.Is(err, os.ErrNotExist)  // true}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7158790" y="452302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7158790" y="5012313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9094096" y="3706305"/>
            <a:ext cx="2428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610717" y="455110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450180" y="3906360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610717" y="50330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450180" y="5256955"/>
            <a:ext cx="1289611" cy="61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319327" y="30738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319327" y="3563126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771254" y="31019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771254" y="3583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610717" y="2334761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686604" y="2090119"/>
            <a:ext cx="3903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610717" y="3807768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BF48CA-F1BE-8040-921D-F514B7D6F5DD}"/>
              </a:ext>
            </a:extLst>
          </p:cNvPr>
          <p:cNvSpPr/>
          <p:nvPr/>
        </p:nvSpPr>
        <p:spPr>
          <a:xfrm>
            <a:off x="4125559" y="1782784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9B9E81-17C9-C0FB-FCD9-3C25AA24B302}"/>
              </a:ext>
            </a:extLst>
          </p:cNvPr>
          <p:cNvSpPr/>
          <p:nvPr/>
        </p:nvSpPr>
        <p:spPr>
          <a:xfrm>
            <a:off x="4125559" y="227206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E1FFB-D166-B6D6-3DBA-61E49C002D94}"/>
              </a:ext>
            </a:extLst>
          </p:cNvPr>
          <p:cNvSpPr txBox="1"/>
          <p:nvPr/>
        </p:nvSpPr>
        <p:spPr>
          <a:xfrm>
            <a:off x="3577486" y="181085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C8571-09D7-EF22-CA7E-D8CDDC02AA70}"/>
              </a:ext>
            </a:extLst>
          </p:cNvPr>
          <p:cNvSpPr txBox="1"/>
          <p:nvPr/>
        </p:nvSpPr>
        <p:spPr>
          <a:xfrm>
            <a:off x="3577486" y="229278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FBEAC75-C5ED-D595-1B42-9F4A428EFF4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416949" y="1043703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AB010-953A-D641-B604-49C3A36D076C}"/>
              </a:ext>
            </a:extLst>
          </p:cNvPr>
          <p:cNvSpPr txBox="1"/>
          <p:nvPr/>
        </p:nvSpPr>
        <p:spPr>
          <a:xfrm>
            <a:off x="6492836" y="799061"/>
            <a:ext cx="5237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처리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E612C11-51B2-3B97-ED31-33809EF23EE2}"/>
              </a:ext>
            </a:extLst>
          </p:cNvPr>
          <p:cNvCxnSpPr>
            <a:cxnSpLocks/>
            <a:stCxn id="11" idx="3"/>
            <a:endCxn id="34" idx="0"/>
          </p:cNvCxnSpPr>
          <p:nvPr/>
        </p:nvCxnSpPr>
        <p:spPr>
          <a:xfrm>
            <a:off x="5416949" y="2516710"/>
            <a:ext cx="548073" cy="557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16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9094096" y="58679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660959" y="59561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207903" y="586794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10385486" y="6067997"/>
            <a:ext cx="822417" cy="44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298769" y="114515"/>
            <a:ext cx="49439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case interface{ Unwrap() []error }:            </a:t>
            </a:r>
          </a:p>
          <a:p>
            <a:r>
              <a:rPr lang="en-US" altLang="ko-KR"/>
              <a:t>   for _, err := range x.Unwrap() {                </a:t>
            </a:r>
          </a:p>
          <a:p>
            <a:r>
              <a:rPr lang="en-US" altLang="ko-KR"/>
              <a:t>        if is(err, target, targetComparable) { </a:t>
            </a:r>
          </a:p>
          <a:p>
            <a:r>
              <a:rPr lang="en-US" altLang="ko-KR"/>
              <a:t>                   return true                </a:t>
            </a:r>
          </a:p>
          <a:p>
            <a:r>
              <a:rPr lang="en-US" altLang="ko-KR"/>
              <a:t>       }            </a:t>
            </a:r>
          </a:p>
          <a:p>
            <a:r>
              <a:rPr lang="en-US" altLang="ko-KR"/>
              <a:t>   }            </a:t>
            </a:r>
          </a:p>
          <a:p>
            <a:r>
              <a:rPr lang="en-US" altLang="ko-KR"/>
              <a:t>   return false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7158790" y="452302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7158790" y="5012313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9094096" y="3706305"/>
            <a:ext cx="2428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610717" y="455110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450180" y="3906360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610717" y="50330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450180" y="5256955"/>
            <a:ext cx="1289611" cy="61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319327" y="30738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319327" y="3563126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771254" y="31019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771254" y="3583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610717" y="2334761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686604" y="2090119"/>
            <a:ext cx="3903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610717" y="3807768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BF48CA-F1BE-8040-921D-F514B7D6F5DD}"/>
              </a:ext>
            </a:extLst>
          </p:cNvPr>
          <p:cNvSpPr/>
          <p:nvPr/>
        </p:nvSpPr>
        <p:spPr>
          <a:xfrm>
            <a:off x="4125559" y="1782784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9B9E81-17C9-C0FB-FCD9-3C25AA24B302}"/>
              </a:ext>
            </a:extLst>
          </p:cNvPr>
          <p:cNvSpPr/>
          <p:nvPr/>
        </p:nvSpPr>
        <p:spPr>
          <a:xfrm>
            <a:off x="4125559" y="227206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E1FFB-D166-B6D6-3DBA-61E49C002D94}"/>
              </a:ext>
            </a:extLst>
          </p:cNvPr>
          <p:cNvSpPr txBox="1"/>
          <p:nvPr/>
        </p:nvSpPr>
        <p:spPr>
          <a:xfrm>
            <a:off x="3577486" y="181085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C8571-09D7-EF22-CA7E-D8CDDC02AA70}"/>
              </a:ext>
            </a:extLst>
          </p:cNvPr>
          <p:cNvSpPr txBox="1"/>
          <p:nvPr/>
        </p:nvSpPr>
        <p:spPr>
          <a:xfrm>
            <a:off x="3577486" y="229278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FBEAC75-C5ED-D595-1B42-9F4A428EFF4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416949" y="1043703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AB010-953A-D641-B604-49C3A36D076C}"/>
              </a:ext>
            </a:extLst>
          </p:cNvPr>
          <p:cNvSpPr txBox="1"/>
          <p:nvPr/>
        </p:nvSpPr>
        <p:spPr>
          <a:xfrm>
            <a:off x="6492836" y="799061"/>
            <a:ext cx="5237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처리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E612C11-51B2-3B97-ED31-33809EF23EE2}"/>
              </a:ext>
            </a:extLst>
          </p:cNvPr>
          <p:cNvCxnSpPr>
            <a:cxnSpLocks/>
            <a:stCxn id="11" idx="3"/>
            <a:endCxn id="34" idx="0"/>
          </p:cNvCxnSpPr>
          <p:nvPr/>
        </p:nvCxnSpPr>
        <p:spPr>
          <a:xfrm>
            <a:off x="5416949" y="2516710"/>
            <a:ext cx="548073" cy="557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D568CB-985B-7C06-5EBC-65B7C54105BF}"/>
              </a:ext>
            </a:extLst>
          </p:cNvPr>
          <p:cNvSpPr txBox="1"/>
          <p:nvPr/>
        </p:nvSpPr>
        <p:spPr>
          <a:xfrm>
            <a:off x="32073" y="-50702"/>
            <a:ext cx="895950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type ValidationError struct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Field string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Msg   string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(e *ValidationError) Error() string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fmt.Sprintf("%s: %s", e.Field, e.Msg)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main()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var err error = fmt.Errorf("</a:t>
            </a:r>
            <a:r>
              <a:rPr lang="ko-KR" altLang="en-US">
                <a:latin typeface="Consolas" panose="020B0609020204030204" pitchFamily="49" charset="0"/>
              </a:rPr>
              <a:t>처리 실패</a:t>
            </a:r>
            <a:r>
              <a:rPr lang="en-US" altLang="ko-KR">
                <a:latin typeface="Consolas" panose="020B0609020204030204" pitchFamily="49" charset="0"/>
              </a:rPr>
              <a:t>: %w",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       &amp;ValidationError{Field: "email", Msg: "</a:t>
            </a:r>
            <a:r>
              <a:rPr lang="ko-KR" altLang="en-US">
                <a:latin typeface="Consolas" panose="020B0609020204030204" pitchFamily="49" charset="0"/>
              </a:rPr>
              <a:t>형식 오류</a:t>
            </a:r>
            <a:r>
              <a:rPr lang="en-US" altLang="ko-KR">
                <a:latin typeface="Consolas" panose="020B0609020204030204" pitchFamily="49" charset="0"/>
              </a:rPr>
              <a:t>"})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var ve *ValidationError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if errors.As(err, &amp;ve)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fmt.Println("</a:t>
            </a:r>
            <a:r>
              <a:rPr lang="ko-KR" altLang="en-US">
                <a:latin typeface="Consolas" panose="020B0609020204030204" pitchFamily="49" charset="0"/>
              </a:rPr>
              <a:t>문제 필드</a:t>
            </a:r>
            <a:r>
              <a:rPr lang="en-US" altLang="ko-KR">
                <a:latin typeface="Consolas" panose="020B0609020204030204" pitchFamily="49" charset="0"/>
              </a:rPr>
              <a:t>:", ve.Field)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fmt.Println("</a:t>
            </a:r>
            <a:r>
              <a:rPr lang="ko-KR" altLang="en-US">
                <a:latin typeface="Consolas" panose="020B0609020204030204" pitchFamily="49" charset="0"/>
              </a:rPr>
              <a:t>이유</a:t>
            </a:r>
            <a:r>
              <a:rPr lang="en-US" altLang="ko-KR">
                <a:latin typeface="Consolas" panose="020B0609020204030204" pitchFamily="49" charset="0"/>
              </a:rPr>
              <a:t>:", ve.Msg)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04964A-9D37-B5A8-863D-BA60B42D8320}"/>
              </a:ext>
            </a:extLst>
          </p:cNvPr>
          <p:cNvSpPr/>
          <p:nvPr/>
        </p:nvSpPr>
        <p:spPr>
          <a:xfrm>
            <a:off x="9326707" y="57155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16FEC-BE42-6D25-BEF3-3432948604A7}"/>
              </a:ext>
            </a:extLst>
          </p:cNvPr>
          <p:cNvSpPr txBox="1"/>
          <p:nvPr/>
        </p:nvSpPr>
        <p:spPr>
          <a:xfrm>
            <a:off x="8745928" y="578736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A4107-6B94-43F7-FD71-BE29570E5343}"/>
              </a:ext>
            </a:extLst>
          </p:cNvPr>
          <p:cNvSpPr txBox="1"/>
          <p:nvPr/>
        </p:nvSpPr>
        <p:spPr>
          <a:xfrm>
            <a:off x="11440514" y="571554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형식 오류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B7D6FC7-BEF5-1830-E6E4-2907034455BA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0618097" y="5915597"/>
            <a:ext cx="822417" cy="44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0D5C90-1ACB-8834-49F3-2E1BD43E887C}"/>
              </a:ext>
            </a:extLst>
          </p:cNvPr>
          <p:cNvSpPr/>
          <p:nvPr/>
        </p:nvSpPr>
        <p:spPr>
          <a:xfrm>
            <a:off x="7093240" y="387834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E6CFF3-C533-047C-6CA4-195DF54212BA}"/>
              </a:ext>
            </a:extLst>
          </p:cNvPr>
          <p:cNvSpPr/>
          <p:nvPr/>
        </p:nvSpPr>
        <p:spPr>
          <a:xfrm>
            <a:off x="7093240" y="436762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AAB22-3589-4623-93D2-63B437DE1A82}"/>
              </a:ext>
            </a:extLst>
          </p:cNvPr>
          <p:cNvSpPr txBox="1"/>
          <p:nvPr/>
        </p:nvSpPr>
        <p:spPr>
          <a:xfrm>
            <a:off x="8853068" y="3506305"/>
            <a:ext cx="4352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 처리 실패</a:t>
            </a:r>
            <a:r>
              <a:rPr lang="en-US" altLang="ko-KR" sz="2000">
                <a:latin typeface="Consolas" panose="020B0609020204030204" pitchFamily="49" charset="0"/>
              </a:rPr>
              <a:t>: email: </a:t>
            </a:r>
            <a:r>
              <a:rPr lang="ko-KR" altLang="en-US" sz="2000">
                <a:latin typeface="Consolas" panose="020B0609020204030204" pitchFamily="49" charset="0"/>
              </a:rPr>
              <a:t>형식 오류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94F11-E87A-A73D-7A37-3359BE602882}"/>
              </a:ext>
            </a:extLst>
          </p:cNvPr>
          <p:cNvSpPr txBox="1"/>
          <p:nvPr/>
        </p:nvSpPr>
        <p:spPr>
          <a:xfrm>
            <a:off x="6545167" y="390641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31F1115-4457-C9D2-6E09-10750A36962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8384630" y="3706360"/>
            <a:ext cx="468438" cy="416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1A0DB9-5622-2285-A8A9-C5428116A39F}"/>
              </a:ext>
            </a:extLst>
          </p:cNvPr>
          <p:cNvSpPr txBox="1"/>
          <p:nvPr/>
        </p:nvSpPr>
        <p:spPr>
          <a:xfrm>
            <a:off x="6545167" y="438834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D6DF7DD-42AA-C3E4-8844-4C949946E8C5}"/>
              </a:ext>
            </a:extLst>
          </p:cNvPr>
          <p:cNvCxnSpPr>
            <a:cxnSpLocks/>
            <a:stCxn id="11" idx="3"/>
            <a:endCxn id="20" idx="0"/>
          </p:cNvCxnSpPr>
          <p:nvPr/>
        </p:nvCxnSpPr>
        <p:spPr>
          <a:xfrm>
            <a:off x="8384630" y="4612267"/>
            <a:ext cx="1587772" cy="63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890649-8400-8F30-2E83-591547A1A9B6}"/>
              </a:ext>
            </a:extLst>
          </p:cNvPr>
          <p:cNvSpPr/>
          <p:nvPr/>
        </p:nvSpPr>
        <p:spPr>
          <a:xfrm>
            <a:off x="9326707" y="5249960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C64501-6726-F29B-6740-8A3EDCF91B3F}"/>
              </a:ext>
            </a:extLst>
          </p:cNvPr>
          <p:cNvSpPr txBox="1"/>
          <p:nvPr/>
        </p:nvSpPr>
        <p:spPr>
          <a:xfrm>
            <a:off x="8484643" y="530888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Field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51A70-AF6A-0DA4-10E7-F7D82E04E96D}"/>
              </a:ext>
            </a:extLst>
          </p:cNvPr>
          <p:cNvSpPr txBox="1"/>
          <p:nvPr/>
        </p:nvSpPr>
        <p:spPr>
          <a:xfrm>
            <a:off x="11169876" y="5104555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"email"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CB7A85D-E6D1-D03B-23F5-FE18C191AD43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10618097" y="5304610"/>
            <a:ext cx="551779" cy="189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12FA392-4BE9-9D4D-94F9-613C75324943}"/>
              </a:ext>
            </a:extLst>
          </p:cNvPr>
          <p:cNvSpPr/>
          <p:nvPr/>
        </p:nvSpPr>
        <p:spPr>
          <a:xfrm>
            <a:off x="6163148" y="529808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746503-FBFF-1679-2330-D228CFD4BC38}"/>
              </a:ext>
            </a:extLst>
          </p:cNvPr>
          <p:cNvSpPr txBox="1"/>
          <p:nvPr/>
        </p:nvSpPr>
        <p:spPr>
          <a:xfrm>
            <a:off x="6352662" y="489283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ve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6832087-39E2-1A4D-1D56-852E2A02960B}"/>
              </a:ext>
            </a:extLst>
          </p:cNvPr>
          <p:cNvCxnSpPr>
            <a:cxnSpLocks/>
            <a:stCxn id="31" idx="3"/>
            <a:endCxn id="20" idx="0"/>
          </p:cNvCxnSpPr>
          <p:nvPr/>
        </p:nvCxnSpPr>
        <p:spPr>
          <a:xfrm flipV="1">
            <a:off x="7454538" y="5249960"/>
            <a:ext cx="2517864" cy="29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96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B9DE964-4E7D-BEDD-5B13-CDD135874EF8}"/>
              </a:ext>
            </a:extLst>
          </p:cNvPr>
          <p:cNvSpPr txBox="1"/>
          <p:nvPr/>
        </p:nvSpPr>
        <p:spPr>
          <a:xfrm>
            <a:off x="1740568" y="45720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"1234"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07633A-AA75-B25B-ED70-940DE3D69B93}"/>
              </a:ext>
            </a:extLst>
          </p:cNvPr>
          <p:cNvSpPr/>
          <p:nvPr/>
        </p:nvSpPr>
        <p:spPr>
          <a:xfrm>
            <a:off x="5566610" y="232612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'1'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381849-F617-DF2B-47A3-0448F53E714F}"/>
              </a:ext>
            </a:extLst>
          </p:cNvPr>
          <p:cNvSpPr/>
          <p:nvPr/>
        </p:nvSpPr>
        <p:spPr>
          <a:xfrm>
            <a:off x="6376736" y="232611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'2'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8D343F-5D4B-FC1B-E76C-D059819AF451}"/>
              </a:ext>
            </a:extLst>
          </p:cNvPr>
          <p:cNvSpPr/>
          <p:nvPr/>
        </p:nvSpPr>
        <p:spPr>
          <a:xfrm>
            <a:off x="7186862" y="232610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'3'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514ABE-3AFF-30E1-0270-0E784FBCE747}"/>
              </a:ext>
            </a:extLst>
          </p:cNvPr>
          <p:cNvSpPr/>
          <p:nvPr/>
        </p:nvSpPr>
        <p:spPr>
          <a:xfrm>
            <a:off x="7996988" y="232609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'4'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BFE0DC-483B-CCB9-F7CB-6710E07B31E1}"/>
              </a:ext>
            </a:extLst>
          </p:cNvPr>
          <p:cNvSpPr/>
          <p:nvPr/>
        </p:nvSpPr>
        <p:spPr>
          <a:xfrm>
            <a:off x="8807114" y="232609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2911C9-2BFD-DA6F-9C90-EDC3EBD74071}"/>
              </a:ext>
            </a:extLst>
          </p:cNvPr>
          <p:cNvSpPr txBox="1"/>
          <p:nvPr/>
        </p:nvSpPr>
        <p:spPr>
          <a:xfrm>
            <a:off x="9694918" y="1860884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'a' =&gt; 97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07ADC3-A666-881E-0F4F-4A2DB2AEDED3}"/>
              </a:ext>
            </a:extLst>
          </p:cNvPr>
          <p:cNvSpPr txBox="1"/>
          <p:nvPr/>
        </p:nvSpPr>
        <p:spPr>
          <a:xfrm>
            <a:off x="9694918" y="2445659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'A' =&gt; 65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2BB2CC-B6A9-0751-F815-67E242B597B2}"/>
              </a:ext>
            </a:extLst>
          </p:cNvPr>
          <p:cNvSpPr txBox="1"/>
          <p:nvPr/>
        </p:nvSpPr>
        <p:spPr>
          <a:xfrm>
            <a:off x="9694918" y="3030434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'0' =&gt; 48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571D3B-451F-99A5-C6C2-308879F9DF06}"/>
              </a:ext>
            </a:extLst>
          </p:cNvPr>
          <p:cNvSpPr/>
          <p:nvPr/>
        </p:nvSpPr>
        <p:spPr>
          <a:xfrm>
            <a:off x="5566610" y="1419728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90C78-7F4A-24E2-7530-64241739711F}"/>
              </a:ext>
            </a:extLst>
          </p:cNvPr>
          <p:cNvSpPr/>
          <p:nvPr/>
        </p:nvSpPr>
        <p:spPr>
          <a:xfrm>
            <a:off x="6376736" y="1419727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3293FE-61B4-6762-8C54-3E7DA3FA96F5}"/>
              </a:ext>
            </a:extLst>
          </p:cNvPr>
          <p:cNvSpPr/>
          <p:nvPr/>
        </p:nvSpPr>
        <p:spPr>
          <a:xfrm>
            <a:off x="7186862" y="1419726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707F5-B6B1-B79E-44F1-73A2D99BB4A4}"/>
              </a:ext>
            </a:extLst>
          </p:cNvPr>
          <p:cNvSpPr/>
          <p:nvPr/>
        </p:nvSpPr>
        <p:spPr>
          <a:xfrm>
            <a:off x="7996988" y="1419725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F49574-6479-00B5-B0E4-0F44AC6CD854}"/>
              </a:ext>
            </a:extLst>
          </p:cNvPr>
          <p:cNvSpPr/>
          <p:nvPr/>
        </p:nvSpPr>
        <p:spPr>
          <a:xfrm>
            <a:off x="8807114" y="1419725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CBB9E5-5399-E615-870D-6F590B4BDE60}"/>
              </a:ext>
            </a:extLst>
          </p:cNvPr>
          <p:cNvSpPr txBox="1"/>
          <p:nvPr/>
        </p:nvSpPr>
        <p:spPr>
          <a:xfrm>
            <a:off x="9016848" y="573581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'1'-'0' =&gt; 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55AC6D-15D0-6904-AA62-23F59BB3ADFE}"/>
              </a:ext>
            </a:extLst>
          </p:cNvPr>
          <p:cNvSpPr txBox="1"/>
          <p:nvPr/>
        </p:nvSpPr>
        <p:spPr>
          <a:xfrm>
            <a:off x="9468895" y="3615209"/>
            <a:ext cx="2444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'\n' =&gt; 10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A42BD5-81C2-7702-A9C9-E88BB86BE071}"/>
              </a:ext>
            </a:extLst>
          </p:cNvPr>
          <p:cNvSpPr txBox="1"/>
          <p:nvPr/>
        </p:nvSpPr>
        <p:spPr>
          <a:xfrm>
            <a:off x="9412747" y="4199984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 ' =&gt; 32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9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B9DE964-4E7D-BEDD-5B13-CDD135874EF8}"/>
              </a:ext>
            </a:extLst>
          </p:cNvPr>
          <p:cNvSpPr txBox="1"/>
          <p:nvPr/>
        </p:nvSpPr>
        <p:spPr>
          <a:xfrm>
            <a:off x="761999" y="200527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"1234"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07633A-AA75-B25B-ED70-940DE3D69B93}"/>
              </a:ext>
            </a:extLst>
          </p:cNvPr>
          <p:cNvSpPr/>
          <p:nvPr/>
        </p:nvSpPr>
        <p:spPr>
          <a:xfrm>
            <a:off x="7900737" y="98107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'1'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381849-F617-DF2B-47A3-0448F53E714F}"/>
              </a:ext>
            </a:extLst>
          </p:cNvPr>
          <p:cNvSpPr/>
          <p:nvPr/>
        </p:nvSpPr>
        <p:spPr>
          <a:xfrm>
            <a:off x="8710863" y="98106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'2'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8D343F-5D4B-FC1B-E76C-D059819AF451}"/>
              </a:ext>
            </a:extLst>
          </p:cNvPr>
          <p:cNvSpPr/>
          <p:nvPr/>
        </p:nvSpPr>
        <p:spPr>
          <a:xfrm>
            <a:off x="9520989" y="98105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'3'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514ABE-3AFF-30E1-0270-0E784FBCE747}"/>
              </a:ext>
            </a:extLst>
          </p:cNvPr>
          <p:cNvSpPr/>
          <p:nvPr/>
        </p:nvSpPr>
        <p:spPr>
          <a:xfrm>
            <a:off x="10331115" y="98104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'4'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BFE0DC-483B-CCB9-F7CB-6710E07B31E1}"/>
              </a:ext>
            </a:extLst>
          </p:cNvPr>
          <p:cNvSpPr/>
          <p:nvPr/>
        </p:nvSpPr>
        <p:spPr>
          <a:xfrm>
            <a:off x="11141241" y="98104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571D3B-451F-99A5-C6C2-308879F9DF06}"/>
              </a:ext>
            </a:extLst>
          </p:cNvPr>
          <p:cNvSpPr/>
          <p:nvPr/>
        </p:nvSpPr>
        <p:spPr>
          <a:xfrm>
            <a:off x="7900737" y="1285223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90C78-7F4A-24E2-7530-64241739711F}"/>
              </a:ext>
            </a:extLst>
          </p:cNvPr>
          <p:cNvSpPr/>
          <p:nvPr/>
        </p:nvSpPr>
        <p:spPr>
          <a:xfrm>
            <a:off x="8710863" y="1285222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3293FE-61B4-6762-8C54-3E7DA3FA96F5}"/>
              </a:ext>
            </a:extLst>
          </p:cNvPr>
          <p:cNvSpPr/>
          <p:nvPr/>
        </p:nvSpPr>
        <p:spPr>
          <a:xfrm>
            <a:off x="9520989" y="1285221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707F5-B6B1-B79E-44F1-73A2D99BB4A4}"/>
              </a:ext>
            </a:extLst>
          </p:cNvPr>
          <p:cNvSpPr/>
          <p:nvPr/>
        </p:nvSpPr>
        <p:spPr>
          <a:xfrm>
            <a:off x="10331115" y="1285220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F49574-6479-00B5-B0E4-0F44AC6CD854}"/>
              </a:ext>
            </a:extLst>
          </p:cNvPr>
          <p:cNvSpPr/>
          <p:nvPr/>
        </p:nvSpPr>
        <p:spPr>
          <a:xfrm>
            <a:off x="11141241" y="1285220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98B27-7CE8-E344-6562-02B8BCD958B2}"/>
              </a:ext>
            </a:extLst>
          </p:cNvPr>
          <p:cNvSpPr txBox="1"/>
          <p:nvPr/>
        </p:nvSpPr>
        <p:spPr>
          <a:xfrm>
            <a:off x="856660" y="980419"/>
            <a:ext cx="590257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int my_atoi( char *s 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int n=0; 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int i;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for(i=0; s[i] ; i++)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    n = n*10 + s[i] - '0';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}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return n;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95357-DBF9-2CEB-500F-AACD8BEC6582}"/>
              </a:ext>
            </a:extLst>
          </p:cNvPr>
          <p:cNvSpPr txBox="1"/>
          <p:nvPr/>
        </p:nvSpPr>
        <p:spPr>
          <a:xfrm>
            <a:off x="7411360" y="277651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EF5E6-25C7-10A2-E764-A7E042E88DB0}"/>
              </a:ext>
            </a:extLst>
          </p:cNvPr>
          <p:cNvSpPr txBox="1"/>
          <p:nvPr/>
        </p:nvSpPr>
        <p:spPr>
          <a:xfrm>
            <a:off x="7327983" y="140862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n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08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8DA3F10-89A6-352F-4B7C-6EDC42D88A05}"/>
              </a:ext>
            </a:extLst>
          </p:cNvPr>
          <p:cNvSpPr/>
          <p:nvPr/>
        </p:nvSpPr>
        <p:spPr>
          <a:xfrm>
            <a:off x="2775284" y="1868905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main.c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B5D6C4-8927-DA81-D7D0-3B8C28567070}"/>
              </a:ext>
            </a:extLst>
          </p:cNvPr>
          <p:cNvSpPr/>
          <p:nvPr/>
        </p:nvSpPr>
        <p:spPr>
          <a:xfrm>
            <a:off x="5903495" y="1868904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atoi.c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D44045-0BCA-27C2-00D3-B78E39A5B488}"/>
              </a:ext>
            </a:extLst>
          </p:cNvPr>
          <p:cNvSpPr/>
          <p:nvPr/>
        </p:nvSpPr>
        <p:spPr>
          <a:xfrm>
            <a:off x="4355432" y="393030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main.h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7D38DBC-2A85-72FC-46F8-A0181F70E837}"/>
              </a:ext>
            </a:extLst>
          </p:cNvPr>
          <p:cNvCxnSpPr>
            <a:stCxn id="6" idx="0"/>
            <a:endCxn id="8" idx="2"/>
          </p:cNvCxnSpPr>
          <p:nvPr/>
        </p:nvCxnSpPr>
        <p:spPr>
          <a:xfrm flipV="1">
            <a:off x="3565358" y="1026693"/>
            <a:ext cx="1580148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9E9F941-6C9E-B203-F090-B94804983252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5145506" y="1026693"/>
            <a:ext cx="1548063" cy="842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08C28D-F4A4-6A86-732A-ED8EC0E64B7D}"/>
              </a:ext>
            </a:extLst>
          </p:cNvPr>
          <p:cNvSpPr/>
          <p:nvPr/>
        </p:nvSpPr>
        <p:spPr>
          <a:xfrm>
            <a:off x="2775284" y="3344780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main.o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C0C4E3F-68B9-B59B-C0DC-9E7625FA952D}"/>
              </a:ext>
            </a:extLst>
          </p:cNvPr>
          <p:cNvCxnSpPr>
            <a:cxnSpLocks/>
            <a:stCxn id="15" idx="0"/>
            <a:endCxn id="6" idx="2"/>
          </p:cNvCxnSpPr>
          <p:nvPr/>
        </p:nvCxnSpPr>
        <p:spPr>
          <a:xfrm flipV="1">
            <a:off x="3565358" y="2502568"/>
            <a:ext cx="0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DF23601-5C9F-10F1-4018-E11A4E417839}"/>
              </a:ext>
            </a:extLst>
          </p:cNvPr>
          <p:cNvCxnSpPr>
            <a:cxnSpLocks/>
            <a:stCxn id="22" idx="0"/>
            <a:endCxn id="15" idx="2"/>
          </p:cNvCxnSpPr>
          <p:nvPr/>
        </p:nvCxnSpPr>
        <p:spPr>
          <a:xfrm flipH="1" flipV="1">
            <a:off x="3565358" y="3978443"/>
            <a:ext cx="1580148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5968C0-F768-EFE4-EF08-D73596A5DE06}"/>
              </a:ext>
            </a:extLst>
          </p:cNvPr>
          <p:cNvSpPr/>
          <p:nvPr/>
        </p:nvSpPr>
        <p:spPr>
          <a:xfrm>
            <a:off x="5907506" y="3344780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atoi.o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FD0E5DC-88D7-8804-6B4C-CD6E67DE9C8E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697580" y="2502568"/>
            <a:ext cx="0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C5AAD-63A5-08B7-9753-6B856A7BF437}"/>
              </a:ext>
            </a:extLst>
          </p:cNvPr>
          <p:cNvSpPr/>
          <p:nvPr/>
        </p:nvSpPr>
        <p:spPr>
          <a:xfrm>
            <a:off x="4355432" y="4820655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myapp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23A0F3-7439-94A6-6F96-C32A55B5E44E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flipV="1">
            <a:off x="5145506" y="3978443"/>
            <a:ext cx="1552074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9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D428E-F745-220A-A9A0-CD5D32AAEFE8}"/>
              </a:ext>
            </a:extLst>
          </p:cNvPr>
          <p:cNvSpPr txBox="1"/>
          <p:nvPr/>
        </p:nvSpPr>
        <p:spPr>
          <a:xfrm>
            <a:off x="240632" y="401052"/>
            <a:ext cx="528221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myapp : main.o atoi.o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gcc main.o atoi.o -o myapp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main.o : main.c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gcc -c main.c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atoi.o : atoi.c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gcc -c atoi.c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F06F4-72CD-8FC7-8327-9F74DD9CE869}"/>
              </a:ext>
            </a:extLst>
          </p:cNvPr>
          <p:cNvSpPr txBox="1"/>
          <p:nvPr/>
        </p:nvSpPr>
        <p:spPr>
          <a:xfrm>
            <a:off x="6096000" y="328863"/>
            <a:ext cx="528221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OBJS = main.o atoi.o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TARGET = myapp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CC = gcc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CFLAGS = -c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$(TARGET) : $(OBJS)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$(CC) $(OBJS) -o $(TARGET)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.c.o 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$(CC) $(CFLAGS) $&lt;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clean 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rm -rf $(TARGET) $(OBJS)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4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</TotalTime>
  <Words>940</Words>
  <Application>Microsoft Office PowerPoint</Application>
  <PresentationFormat>와이드스크린</PresentationFormat>
  <Paragraphs>231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20</cp:revision>
  <dcterms:created xsi:type="dcterms:W3CDTF">2026-05-04T10:27:52Z</dcterms:created>
  <dcterms:modified xsi:type="dcterms:W3CDTF">2026-06-09T08:30:44Z</dcterms:modified>
</cp:coreProperties>
</file>