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6940" autoAdjust="0"/>
  </p:normalViewPr>
  <p:slideViewPr>
    <p:cSldViewPr snapToGrid="0">
      <p:cViewPr varScale="1">
        <p:scale>
          <a:sx n="119" d="100"/>
          <a:sy n="119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798E0D03-7E22-B037-DB82-7202461C30EB}"/>
              </a:ext>
            </a:extLst>
          </p:cNvPr>
          <p:cNvSpPr/>
          <p:nvPr/>
        </p:nvSpPr>
        <p:spPr>
          <a:xfrm>
            <a:off x="2911642" y="312821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B66BDC7-1BEC-3815-0213-AD9D9AC4B0EB}"/>
              </a:ext>
            </a:extLst>
          </p:cNvPr>
          <p:cNvSpPr/>
          <p:nvPr/>
        </p:nvSpPr>
        <p:spPr>
          <a:xfrm>
            <a:off x="2109537" y="1323474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182EEEC-20D5-9B1D-BFB7-AFF519EA0080}"/>
              </a:ext>
            </a:extLst>
          </p:cNvPr>
          <p:cNvCxnSpPr>
            <a:stCxn id="2" idx="3"/>
            <a:endCxn id="6" idx="0"/>
          </p:cNvCxnSpPr>
          <p:nvPr/>
        </p:nvCxnSpPr>
        <p:spPr>
          <a:xfrm flipH="1">
            <a:off x="2426369" y="853686"/>
            <a:ext cx="578071" cy="469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5A16A092-76A0-3631-C35A-C6AFC58FAF9A}"/>
              </a:ext>
            </a:extLst>
          </p:cNvPr>
          <p:cNvSpPr/>
          <p:nvPr/>
        </p:nvSpPr>
        <p:spPr>
          <a:xfrm>
            <a:off x="5141495" y="296779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E2775C1-A56D-BC71-15DE-6AA6BC8B542F}"/>
              </a:ext>
            </a:extLst>
          </p:cNvPr>
          <p:cNvSpPr/>
          <p:nvPr/>
        </p:nvSpPr>
        <p:spPr>
          <a:xfrm>
            <a:off x="4339390" y="1307432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24C1B94-342A-E044-0EED-16243C5C6FB9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 flipH="1">
            <a:off x="4656222" y="837644"/>
            <a:ext cx="578071" cy="469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D83E8954-B211-9C67-1D8D-3DA16D1C4F27}"/>
              </a:ext>
            </a:extLst>
          </p:cNvPr>
          <p:cNvSpPr/>
          <p:nvPr/>
        </p:nvSpPr>
        <p:spPr>
          <a:xfrm>
            <a:off x="5874866" y="1323473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22ECC0C-24DF-4C15-5D3E-B3AF7273C274}"/>
              </a:ext>
            </a:extLst>
          </p:cNvPr>
          <p:cNvCxnSpPr>
            <a:cxnSpLocks/>
            <a:stCxn id="16" idx="0"/>
            <a:endCxn id="12" idx="5"/>
          </p:cNvCxnSpPr>
          <p:nvPr/>
        </p:nvCxnSpPr>
        <p:spPr>
          <a:xfrm flipH="1" flipV="1">
            <a:off x="5682360" y="837644"/>
            <a:ext cx="509338" cy="4858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타원 19">
            <a:extLst>
              <a:ext uri="{FF2B5EF4-FFF2-40B4-BE49-F238E27FC236}">
                <a16:creationId xmlns:a16="http://schemas.microsoft.com/office/drawing/2014/main" id="{C17953FD-1E38-C02A-6F70-8DBDBA756EFD}"/>
              </a:ext>
            </a:extLst>
          </p:cNvPr>
          <p:cNvSpPr/>
          <p:nvPr/>
        </p:nvSpPr>
        <p:spPr>
          <a:xfrm>
            <a:off x="8290653" y="162704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D1652D5-9DAC-2154-0745-79B1856A983A}"/>
              </a:ext>
            </a:extLst>
          </p:cNvPr>
          <p:cNvSpPr/>
          <p:nvPr/>
        </p:nvSpPr>
        <p:spPr>
          <a:xfrm>
            <a:off x="7488548" y="1173357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DAD0507-63E5-0FB6-4700-2A6BC77FD612}"/>
              </a:ext>
            </a:extLst>
          </p:cNvPr>
          <p:cNvCxnSpPr>
            <a:stCxn id="20" idx="3"/>
            <a:endCxn id="21" idx="0"/>
          </p:cNvCxnSpPr>
          <p:nvPr/>
        </p:nvCxnSpPr>
        <p:spPr>
          <a:xfrm flipH="1">
            <a:off x="7805380" y="703569"/>
            <a:ext cx="578071" cy="469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E394CA49-266F-67FA-344F-3B4D70AD5682}"/>
              </a:ext>
            </a:extLst>
          </p:cNvPr>
          <p:cNvSpPr/>
          <p:nvPr/>
        </p:nvSpPr>
        <p:spPr>
          <a:xfrm>
            <a:off x="9024024" y="1189398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66CBE26-A851-A7A2-B760-F4A2375D9214}"/>
              </a:ext>
            </a:extLst>
          </p:cNvPr>
          <p:cNvCxnSpPr>
            <a:cxnSpLocks/>
            <a:stCxn id="23" idx="0"/>
            <a:endCxn id="20" idx="5"/>
          </p:cNvCxnSpPr>
          <p:nvPr/>
        </p:nvCxnSpPr>
        <p:spPr>
          <a:xfrm flipH="1" flipV="1">
            <a:off x="8831518" y="703569"/>
            <a:ext cx="509338" cy="4858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DABA7508-EC29-7BCD-896E-B1A6F318F34F}"/>
              </a:ext>
            </a:extLst>
          </p:cNvPr>
          <p:cNvSpPr/>
          <p:nvPr/>
        </p:nvSpPr>
        <p:spPr>
          <a:xfrm>
            <a:off x="6730003" y="2344430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D3D9016-5C2F-FE14-EFA4-A95EF3C6B7BD}"/>
              </a:ext>
            </a:extLst>
          </p:cNvPr>
          <p:cNvCxnSpPr>
            <a:cxnSpLocks/>
            <a:stCxn id="21" idx="3"/>
            <a:endCxn id="26" idx="0"/>
          </p:cNvCxnSpPr>
          <p:nvPr/>
        </p:nvCxnSpPr>
        <p:spPr>
          <a:xfrm flipH="1">
            <a:off x="7046835" y="1714222"/>
            <a:ext cx="534511" cy="6302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D75E01A-2A7E-B857-ACFC-ED14789FDB0C}"/>
              </a:ext>
            </a:extLst>
          </p:cNvPr>
          <p:cNvSpPr txBox="1"/>
          <p:nvPr/>
        </p:nvSpPr>
        <p:spPr>
          <a:xfrm>
            <a:off x="4945257" y="2534653"/>
            <a:ext cx="944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Less()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swap()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BD3BAFB-1ED4-116E-F964-ECB3C29E480B}"/>
              </a:ext>
            </a:extLst>
          </p:cNvPr>
          <p:cNvSpPr/>
          <p:nvPr/>
        </p:nvSpPr>
        <p:spPr>
          <a:xfrm>
            <a:off x="7215831" y="3563076"/>
            <a:ext cx="537411" cy="633663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4D92CEA-754C-420E-2E4D-CB5F01B89A5C}"/>
              </a:ext>
            </a:extLst>
          </p:cNvPr>
          <p:cNvSpPr/>
          <p:nvPr/>
        </p:nvSpPr>
        <p:spPr>
          <a:xfrm>
            <a:off x="7753242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7D28B11-FAAA-69C7-3814-01C7547C070B}"/>
              </a:ext>
            </a:extLst>
          </p:cNvPr>
          <p:cNvSpPr/>
          <p:nvPr/>
        </p:nvSpPr>
        <p:spPr>
          <a:xfrm>
            <a:off x="8290653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4565152-741D-AD16-2652-625ED152ADEA}"/>
              </a:ext>
            </a:extLst>
          </p:cNvPr>
          <p:cNvSpPr/>
          <p:nvPr/>
        </p:nvSpPr>
        <p:spPr>
          <a:xfrm>
            <a:off x="8828064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1931898-CD5E-B125-3DFA-0DB9137CC9CA}"/>
              </a:ext>
            </a:extLst>
          </p:cNvPr>
          <p:cNvSpPr/>
          <p:nvPr/>
        </p:nvSpPr>
        <p:spPr>
          <a:xfrm>
            <a:off x="9365475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3C7D3D3-EAE0-1A4F-BE64-76B858F6959B}"/>
              </a:ext>
            </a:extLst>
          </p:cNvPr>
          <p:cNvSpPr/>
          <p:nvPr/>
        </p:nvSpPr>
        <p:spPr>
          <a:xfrm>
            <a:off x="9902886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C422B2A-E379-20FC-C2A9-427381C0B92E}"/>
              </a:ext>
            </a:extLst>
          </p:cNvPr>
          <p:cNvSpPr/>
          <p:nvPr/>
        </p:nvSpPr>
        <p:spPr>
          <a:xfrm>
            <a:off x="10440297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C9E21A1-5F53-F881-6DE5-CE456251D6B3}"/>
              </a:ext>
            </a:extLst>
          </p:cNvPr>
          <p:cNvSpPr/>
          <p:nvPr/>
        </p:nvSpPr>
        <p:spPr>
          <a:xfrm>
            <a:off x="10977708" y="3563076"/>
            <a:ext cx="537411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ABDFF84-6CDA-8EC4-9A47-0878D44401D9}"/>
              </a:ext>
            </a:extLst>
          </p:cNvPr>
          <p:cNvSpPr/>
          <p:nvPr/>
        </p:nvSpPr>
        <p:spPr>
          <a:xfrm>
            <a:off x="7215831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488DDA-4E5D-6110-DEE1-F5B2D7335098}"/>
              </a:ext>
            </a:extLst>
          </p:cNvPr>
          <p:cNvSpPr/>
          <p:nvPr/>
        </p:nvSpPr>
        <p:spPr>
          <a:xfrm>
            <a:off x="7753242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A0B5EA7-F99A-608F-5449-61FFB1DCCBA2}"/>
              </a:ext>
            </a:extLst>
          </p:cNvPr>
          <p:cNvSpPr/>
          <p:nvPr/>
        </p:nvSpPr>
        <p:spPr>
          <a:xfrm>
            <a:off x="8290653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41E020B-B725-63E5-C585-91CA65830714}"/>
              </a:ext>
            </a:extLst>
          </p:cNvPr>
          <p:cNvSpPr/>
          <p:nvPr/>
        </p:nvSpPr>
        <p:spPr>
          <a:xfrm>
            <a:off x="8828064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0AD0A1B-6782-1BA2-2B51-0D48F95D8C12}"/>
              </a:ext>
            </a:extLst>
          </p:cNvPr>
          <p:cNvSpPr/>
          <p:nvPr/>
        </p:nvSpPr>
        <p:spPr>
          <a:xfrm>
            <a:off x="9365475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B530B08-F155-6685-C650-7D224FDDB743}"/>
              </a:ext>
            </a:extLst>
          </p:cNvPr>
          <p:cNvSpPr/>
          <p:nvPr/>
        </p:nvSpPr>
        <p:spPr>
          <a:xfrm>
            <a:off x="9902886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DB6874E-9EA6-F0A1-CF4D-2B0C0C77F813}"/>
              </a:ext>
            </a:extLst>
          </p:cNvPr>
          <p:cNvSpPr/>
          <p:nvPr/>
        </p:nvSpPr>
        <p:spPr>
          <a:xfrm>
            <a:off x="10440297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06388D1-7880-7CB2-29D4-23BB28025E02}"/>
              </a:ext>
            </a:extLst>
          </p:cNvPr>
          <p:cNvSpPr/>
          <p:nvPr/>
        </p:nvSpPr>
        <p:spPr>
          <a:xfrm>
            <a:off x="10977708" y="3007339"/>
            <a:ext cx="537411" cy="63366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DFB0AB22-731C-7D16-CFF3-748B7B01AEE6}"/>
              </a:ext>
            </a:extLst>
          </p:cNvPr>
          <p:cNvSpPr/>
          <p:nvPr/>
        </p:nvSpPr>
        <p:spPr>
          <a:xfrm>
            <a:off x="2687608" y="2795337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1F50D44-A3FD-4968-F912-211703160C55}"/>
              </a:ext>
            </a:extLst>
          </p:cNvPr>
          <p:cNvSpPr/>
          <p:nvPr/>
        </p:nvSpPr>
        <p:spPr>
          <a:xfrm>
            <a:off x="1885503" y="3805990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A19283BE-AEA8-9FED-9014-A3DB8DAA18DD}"/>
              </a:ext>
            </a:extLst>
          </p:cNvPr>
          <p:cNvCxnSpPr>
            <a:stCxn id="55" idx="3"/>
            <a:endCxn id="56" idx="0"/>
          </p:cNvCxnSpPr>
          <p:nvPr/>
        </p:nvCxnSpPr>
        <p:spPr>
          <a:xfrm flipH="1">
            <a:off x="2202335" y="3336202"/>
            <a:ext cx="578071" cy="469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C703CA45-C9AE-581C-8888-944E2BEDA28E}"/>
              </a:ext>
            </a:extLst>
          </p:cNvPr>
          <p:cNvSpPr/>
          <p:nvPr/>
        </p:nvSpPr>
        <p:spPr>
          <a:xfrm>
            <a:off x="3420979" y="3805990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234DC24-BEAE-A4A5-F132-33A2790338DD}"/>
              </a:ext>
            </a:extLst>
          </p:cNvPr>
          <p:cNvCxnSpPr>
            <a:cxnSpLocks/>
            <a:stCxn id="58" idx="0"/>
            <a:endCxn id="55" idx="5"/>
          </p:cNvCxnSpPr>
          <p:nvPr/>
        </p:nvCxnSpPr>
        <p:spPr>
          <a:xfrm flipH="1" flipV="1">
            <a:off x="3228473" y="3336202"/>
            <a:ext cx="509338" cy="469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0D2083D1-06E7-B450-44EC-9A81CCE8D876}"/>
              </a:ext>
            </a:extLst>
          </p:cNvPr>
          <p:cNvSpPr/>
          <p:nvPr/>
        </p:nvSpPr>
        <p:spPr>
          <a:xfrm>
            <a:off x="1126958" y="4977063"/>
            <a:ext cx="633663" cy="633663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672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4055</TotalTime>
  <Words>29</Words>
  <Application>Microsoft Office PowerPoint</Application>
  <PresentationFormat>와이드스크린</PresentationFormat>
  <Paragraphs>27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jungin kim</dc:creator>
  <cp:lastModifiedBy>jungin kim</cp:lastModifiedBy>
  <cp:revision>23</cp:revision>
  <dcterms:created xsi:type="dcterms:W3CDTF">2026-05-04T10:27:52Z</dcterms:created>
  <dcterms:modified xsi:type="dcterms:W3CDTF">2026-06-11T08:31:50Z</dcterms:modified>
</cp:coreProperties>
</file>