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91" autoAdjust="0"/>
    <p:restoredTop sz="96940" autoAdjust="0"/>
  </p:normalViewPr>
  <p:slideViewPr>
    <p:cSldViewPr snapToGrid="0">
      <p:cViewPr>
        <p:scale>
          <a:sx n="125" d="100"/>
          <a:sy n="125" d="100"/>
        </p:scale>
        <p:origin x="5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EC9B5D-06C9-1B8E-39DF-E397B7408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B9AA89-E75D-464D-B441-5B73CB36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B1639-FA62-5962-A9EF-BD5D349A8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3E61-5F8C-5D98-B561-891CBE78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AFF7AE-D5F3-12A9-48E9-70DF9D468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51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3A5BF-8A0A-0A47-5DB2-A8D2F5BA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6D8C35-02F8-9347-4C6C-5BC70F99D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C2B6E6-BBE0-DF73-8C8E-60DF7CBF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4434A4-82F6-031D-9322-F8BAEFDF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3A7AA5-C148-8011-C41C-B7B661A7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500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6D13B-C2D6-2B93-996E-141DAF3E4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175BA6-482D-ACB1-C7DC-3A21C53B8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7FE09D-FA88-F29C-7731-E07A12C05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2A771B-2749-1EE2-7097-C26C6017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D9775A-4E2B-5BA3-2F2B-31DA86D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756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73131-1792-5182-4607-38BDBF37B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02DDD3-5226-FC04-EC67-097740D02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447597-A5A3-5070-ABBA-C004D4991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F98B1D-5DF5-2658-5272-5FA7655A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3722C2-C6FF-1C1A-F620-D9F49AF1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F4B086-F73C-B926-7669-77CD9A04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914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47AB9-88F0-8431-6943-EDD785BD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6F20DD-D22D-367C-2593-D6CAF8E0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0FA8F1-ECC4-F3F9-9CAF-DFF635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8E94C5-216F-4588-7B53-90E025EA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44A2C9-C75F-CB3E-2A96-F948A06CB8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EF53E4-C7EC-2E3F-6CC6-BC771142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6E00ABE-E784-2E06-2589-C3A5556C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0D4360-F397-E906-4F38-0A02936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8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6D1F6-B1EB-D16A-3B9C-82BEFCE9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8CB651-1640-1DA1-4CD1-B3F3F74FE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8BAC04-D155-A611-5BCE-14F9D813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6B7E93-6018-95B5-CECC-9C601E3D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06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9AE76C-5175-65A7-CFD4-851AD223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B18171-CDB1-92D8-2460-C0A5D16E5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3CC73-2F34-E5A8-A468-A68FB454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14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B3DE5-D943-6ECA-5CC0-DC80AED8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1701C-9FE9-167B-5C42-49BBA6069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EEE5C2-4D88-F98D-5821-0EB1E37A2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9ED6F9-DFA5-B5AF-0879-898FBB17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B81557-7145-30ED-3964-EC9D48EA8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10D3B-4F75-27A6-7F77-C73D19FFA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12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9D9D8-1670-BD38-C439-09B6B088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6A0CC-D0D6-5067-DA51-2D517C7B9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DDE10E-2856-AF26-C00D-9FFB71E81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5A1378-F14E-C49C-36DC-EF72F7C2F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22BEE5-DD4E-43E1-6837-A856A32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B343A1-BAA4-9F88-16A4-AAD445BDB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228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D0080-AE06-5470-A74C-60DF1130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6289F4-FB1B-CD9F-56FC-57992FAA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6396DC-F055-E2BF-CAD8-09B7C2209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2EF5B-F5A6-E1B0-6C7A-734CA2CA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2ED1D-BC0F-378C-92B0-BECD8982C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DE5143-486E-33DD-F02E-40497AB00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1546EE-3A5B-2FA6-8339-359C7B531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007875-53DC-8C94-92CF-F23B94DFD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459135-8A88-0336-8E76-A7895D99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F4746F-A48E-7614-DA10-B07B369D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90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6B54E5-2F0F-3F69-DC12-3A1AB8015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753E17-D72F-3C84-DB6B-24DEF8415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57C714-47F5-F2C5-BFC6-7B3BCF46B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44133-BF68-4AD6-877A-08BD02C1622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574BE-6991-9128-E171-86850578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55FDE-1ACD-2E6D-151E-CEAAE75EF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64CAE-C6B5-4711-9986-18512D837E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927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1035572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>
                <a:latin typeface="Consolas" panose="020B0609020204030204" pitchFamily="49" charset="0"/>
              </a:rPr>
              <a:t>https://github.com/imguru-mooc/go_programming</a:t>
            </a: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강사명 </a:t>
            </a:r>
            <a:r>
              <a:rPr lang="en-US" altLang="ko-KR" sz="3200">
                <a:latin typeface="Consolas" panose="020B0609020204030204" pitchFamily="49" charset="0"/>
              </a:rPr>
              <a:t>: </a:t>
            </a:r>
            <a:r>
              <a:rPr lang="ko-KR" altLang="en-US" sz="3200">
                <a:latin typeface="Consolas" panose="020B0609020204030204" pitchFamily="49" charset="0"/>
              </a:rPr>
              <a:t>김정인</a:t>
            </a:r>
            <a:endParaRPr lang="en-US" altLang="ko-KR" sz="3200">
              <a:latin typeface="Consolas" panose="020B0609020204030204" pitchFamily="49" charset="0"/>
            </a:endParaRPr>
          </a:p>
          <a:p>
            <a:endParaRPr lang="en-US" altLang="ko-KR" sz="3200">
              <a:latin typeface="Consolas" panose="020B0609020204030204" pitchFamily="49" charset="0"/>
            </a:endParaRPr>
          </a:p>
          <a:p>
            <a:r>
              <a:rPr lang="ko-KR" altLang="en-US" sz="3200">
                <a:latin typeface="Consolas" panose="020B0609020204030204" pitchFamily="49" charset="0"/>
              </a:rPr>
              <a:t>수업시간 </a:t>
            </a:r>
            <a:r>
              <a:rPr lang="en-US" altLang="ko-KR" sz="3200">
                <a:latin typeface="Consolas" panose="020B0609020204030204" pitchFamily="49" charset="0"/>
              </a:rPr>
              <a:t>: 45</a:t>
            </a:r>
            <a:r>
              <a:rPr lang="ko-KR" altLang="en-US" sz="3200">
                <a:latin typeface="Consolas" panose="020B0609020204030204" pitchFamily="49" charset="0"/>
              </a:rPr>
              <a:t>분 </a:t>
            </a:r>
            <a:endParaRPr lang="en-US" altLang="ko-KR" sz="3200">
              <a:latin typeface="Consolas" panose="020B0609020204030204" pitchFamily="49" charset="0"/>
            </a:endParaRPr>
          </a:p>
          <a:p>
            <a:endParaRPr lang="ko-KR" altLang="en-US" sz="32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1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51122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package main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import "fmt"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func main() 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fmt.Println("Hello, Go!")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98E06-6B99-E766-C63E-8F10BC6E7789}"/>
              </a:ext>
            </a:extLst>
          </p:cNvPr>
          <p:cNvSpPr txBox="1"/>
          <p:nvPr/>
        </p:nvSpPr>
        <p:spPr>
          <a:xfrm>
            <a:off x="5908599" y="198079"/>
            <a:ext cx="52822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#include &lt;stdio.h&gt;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int main(void) 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printf("Hello, C!\n");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return 0;  // exit(main())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}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4740EE9-1CB0-8058-35A4-0BDBC79F3602}"/>
              </a:ext>
            </a:extLst>
          </p:cNvPr>
          <p:cNvCxnSpPr>
            <a:cxnSpLocks/>
          </p:cNvCxnSpPr>
          <p:nvPr/>
        </p:nvCxnSpPr>
        <p:spPr>
          <a:xfrm flipV="1">
            <a:off x="2550695" y="441158"/>
            <a:ext cx="3357904" cy="737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F9F3BF8-89D2-3902-C3CE-AEE6881A2E70}"/>
              </a:ext>
            </a:extLst>
          </p:cNvPr>
          <p:cNvCxnSpPr>
            <a:cxnSpLocks/>
          </p:cNvCxnSpPr>
          <p:nvPr/>
        </p:nvCxnSpPr>
        <p:spPr>
          <a:xfrm flipV="1">
            <a:off x="2679032" y="1179095"/>
            <a:ext cx="3229567" cy="785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6A7B5BF-79C8-5CC8-C888-0443A0C11745}"/>
              </a:ext>
            </a:extLst>
          </p:cNvPr>
          <p:cNvCxnSpPr>
            <a:cxnSpLocks/>
          </p:cNvCxnSpPr>
          <p:nvPr/>
        </p:nvCxnSpPr>
        <p:spPr>
          <a:xfrm flipV="1">
            <a:off x="5486370" y="1524344"/>
            <a:ext cx="1219262" cy="785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293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409278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const (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Sunday = iota  // 0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Monday //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Tuesday //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Wednesday // 3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Thursday // 4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Friday // 5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Saturday // 6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)</a:t>
            </a:r>
          </a:p>
          <a:p>
            <a:endParaRPr lang="en-US" altLang="ko-KR" sz="2400">
              <a:latin typeface="Consolas" panose="020B0609020204030204" pitchFamily="49" charset="0"/>
            </a:endParaRPr>
          </a:p>
          <a:p>
            <a:r>
              <a:rPr lang="en-US" altLang="ko-KR" sz="2400">
                <a:latin typeface="Consolas" panose="020B0609020204030204" pitchFamily="49" charset="0"/>
              </a:rPr>
              <a:t>a, b = iota, iota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97C8C-BD18-496F-5F2C-626A51D85DBD}"/>
              </a:ext>
            </a:extLst>
          </p:cNvPr>
          <p:cNvSpPr txBox="1"/>
          <p:nvPr/>
        </p:nvSpPr>
        <p:spPr>
          <a:xfrm>
            <a:off x="5804326" y="198079"/>
            <a:ext cx="341311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// C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enum Day {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Sunday,    // 0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Monday,    //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Tuesday,   //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// ...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};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86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657CC-A8E0-DBCF-9B1E-09AE78362EAF}"/>
              </a:ext>
            </a:extLst>
          </p:cNvPr>
          <p:cNvSpPr txBox="1"/>
          <p:nvPr/>
        </p:nvSpPr>
        <p:spPr>
          <a:xfrm>
            <a:off x="374073" y="198079"/>
            <a:ext cx="74911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const (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FlagRead    = 1 &lt;&lt; iota  // 1 (0b0001)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FlagWrite                // 2 (0b0010)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FlagExecute              // 4 (0b0100)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a, b = iota, iota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97C8C-BD18-496F-5F2C-626A51D85DBD}"/>
              </a:ext>
            </a:extLst>
          </p:cNvPr>
          <p:cNvSpPr txBox="1"/>
          <p:nvPr/>
        </p:nvSpPr>
        <p:spPr>
          <a:xfrm>
            <a:off x="8066263" y="198079"/>
            <a:ext cx="34131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>
                <a:latin typeface="Consolas" panose="020B0609020204030204" pitchFamily="49" charset="0"/>
              </a:rPr>
              <a:t>enum flag (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FlagRead    = 1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FlagWrite   = 2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    FlagExecute = 4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299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328863" y="224589"/>
            <a:ext cx="35830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char ch = 200;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printf("%d\n", ch );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// -56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B3E55D-0E10-D58D-CB41-3189BC1B89B2}"/>
              </a:ext>
            </a:extLst>
          </p:cNvPr>
          <p:cNvSpPr/>
          <p:nvPr/>
        </p:nvSpPr>
        <p:spPr>
          <a:xfrm>
            <a:off x="5053263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1B63D9-AE8F-4D5F-7D3E-ED6AABF11898}"/>
              </a:ext>
            </a:extLst>
          </p:cNvPr>
          <p:cNvSpPr/>
          <p:nvPr/>
        </p:nvSpPr>
        <p:spPr>
          <a:xfrm>
            <a:off x="5558589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4B56C6-976E-CF58-D613-582F04A1D168}"/>
              </a:ext>
            </a:extLst>
          </p:cNvPr>
          <p:cNvSpPr/>
          <p:nvPr/>
        </p:nvSpPr>
        <p:spPr>
          <a:xfrm>
            <a:off x="6063915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D1E71-BF47-FE17-026E-71FD33A6AD41}"/>
              </a:ext>
            </a:extLst>
          </p:cNvPr>
          <p:cNvSpPr/>
          <p:nvPr/>
        </p:nvSpPr>
        <p:spPr>
          <a:xfrm>
            <a:off x="6569241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3E684B-EB25-DBC7-BAE4-08F682E742D8}"/>
              </a:ext>
            </a:extLst>
          </p:cNvPr>
          <p:cNvSpPr/>
          <p:nvPr/>
        </p:nvSpPr>
        <p:spPr>
          <a:xfrm>
            <a:off x="7074567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947CF8-45BE-4B58-5B07-92A108E38BAA}"/>
              </a:ext>
            </a:extLst>
          </p:cNvPr>
          <p:cNvSpPr/>
          <p:nvPr/>
        </p:nvSpPr>
        <p:spPr>
          <a:xfrm>
            <a:off x="7579893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97407-E3F9-7854-F1BA-951A031B7615}"/>
              </a:ext>
            </a:extLst>
          </p:cNvPr>
          <p:cNvSpPr/>
          <p:nvPr/>
        </p:nvSpPr>
        <p:spPr>
          <a:xfrm>
            <a:off x="8085219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497237-2D7F-71C6-ECEA-C729EAACDF4D}"/>
              </a:ext>
            </a:extLst>
          </p:cNvPr>
          <p:cNvSpPr/>
          <p:nvPr/>
        </p:nvSpPr>
        <p:spPr>
          <a:xfrm>
            <a:off x="8590545" y="85825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E945654-2118-81B5-A00A-07DDA586CD34}"/>
              </a:ext>
            </a:extLst>
          </p:cNvPr>
          <p:cNvSpPr/>
          <p:nvPr/>
        </p:nvSpPr>
        <p:spPr>
          <a:xfrm>
            <a:off x="5053263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86F0EED-07AE-BE94-3E83-499833783E6B}"/>
              </a:ext>
            </a:extLst>
          </p:cNvPr>
          <p:cNvSpPr/>
          <p:nvPr/>
        </p:nvSpPr>
        <p:spPr>
          <a:xfrm>
            <a:off x="5558589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17F4EDF-81C0-E4B6-5D91-FE90D199C31F}"/>
              </a:ext>
            </a:extLst>
          </p:cNvPr>
          <p:cNvSpPr/>
          <p:nvPr/>
        </p:nvSpPr>
        <p:spPr>
          <a:xfrm>
            <a:off x="6063915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CB927ED-434C-524F-C048-4EE786B6B40F}"/>
              </a:ext>
            </a:extLst>
          </p:cNvPr>
          <p:cNvSpPr/>
          <p:nvPr/>
        </p:nvSpPr>
        <p:spPr>
          <a:xfrm>
            <a:off x="6569241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C339E35-009A-A101-C95F-74884D464583}"/>
              </a:ext>
            </a:extLst>
          </p:cNvPr>
          <p:cNvSpPr/>
          <p:nvPr/>
        </p:nvSpPr>
        <p:spPr>
          <a:xfrm>
            <a:off x="7074567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251465D-EB45-D43D-D73D-DA23585FF9BF}"/>
              </a:ext>
            </a:extLst>
          </p:cNvPr>
          <p:cNvSpPr/>
          <p:nvPr/>
        </p:nvSpPr>
        <p:spPr>
          <a:xfrm>
            <a:off x="7579893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6EB61D9-C217-83D7-FB90-4C0EC9E4F721}"/>
              </a:ext>
            </a:extLst>
          </p:cNvPr>
          <p:cNvSpPr/>
          <p:nvPr/>
        </p:nvSpPr>
        <p:spPr>
          <a:xfrm>
            <a:off x="8085219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E07DD3B-741A-2F52-D5A2-BCB100BD5A97}"/>
              </a:ext>
            </a:extLst>
          </p:cNvPr>
          <p:cNvSpPr/>
          <p:nvPr/>
        </p:nvSpPr>
        <p:spPr>
          <a:xfrm>
            <a:off x="8590545" y="352926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03F0D470-EDC3-CEF7-2011-DA95ADF02C47}"/>
              </a:ext>
            </a:extLst>
          </p:cNvPr>
          <p:cNvSpPr/>
          <p:nvPr/>
        </p:nvSpPr>
        <p:spPr>
          <a:xfrm>
            <a:off x="5053263" y="2141621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8BA9966C-7103-CB8E-B20F-1E5D5DB08098}"/>
              </a:ext>
            </a:extLst>
          </p:cNvPr>
          <p:cNvSpPr/>
          <p:nvPr/>
        </p:nvSpPr>
        <p:spPr>
          <a:xfrm>
            <a:off x="5558589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4FDDB7E0-BC25-5114-87A1-23F4B6F644CA}"/>
              </a:ext>
            </a:extLst>
          </p:cNvPr>
          <p:cNvSpPr/>
          <p:nvPr/>
        </p:nvSpPr>
        <p:spPr>
          <a:xfrm>
            <a:off x="6063915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3C36544D-C586-E2C1-AA04-4EAAFC3F9380}"/>
              </a:ext>
            </a:extLst>
          </p:cNvPr>
          <p:cNvSpPr/>
          <p:nvPr/>
        </p:nvSpPr>
        <p:spPr>
          <a:xfrm>
            <a:off x="6569241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10F7DFC-77C3-6575-CD39-C37366E35AF2}"/>
              </a:ext>
            </a:extLst>
          </p:cNvPr>
          <p:cNvSpPr/>
          <p:nvPr/>
        </p:nvSpPr>
        <p:spPr>
          <a:xfrm>
            <a:off x="7074567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5AF3D4DB-40CD-23AC-FFB1-F76C96AF9D20}"/>
              </a:ext>
            </a:extLst>
          </p:cNvPr>
          <p:cNvSpPr/>
          <p:nvPr/>
        </p:nvSpPr>
        <p:spPr>
          <a:xfrm>
            <a:off x="7579893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32DAF38-8EAE-007D-E9C0-43A1E9236DB2}"/>
              </a:ext>
            </a:extLst>
          </p:cNvPr>
          <p:cNvSpPr/>
          <p:nvPr/>
        </p:nvSpPr>
        <p:spPr>
          <a:xfrm>
            <a:off x="8085219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3C2DFD8-3D30-B7E4-BBDA-5D0808E3DC20}"/>
              </a:ext>
            </a:extLst>
          </p:cNvPr>
          <p:cNvSpPr/>
          <p:nvPr/>
        </p:nvSpPr>
        <p:spPr>
          <a:xfrm>
            <a:off x="8590545" y="214162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3359BAA-DB55-8D9C-70C7-C685A5E232E1}"/>
              </a:ext>
            </a:extLst>
          </p:cNvPr>
          <p:cNvSpPr/>
          <p:nvPr/>
        </p:nvSpPr>
        <p:spPr>
          <a:xfrm>
            <a:off x="5053263" y="1636294"/>
            <a:ext cx="505326" cy="63047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s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C630116-FF8D-ED04-7D07-A0876BC4E1A1}"/>
              </a:ext>
            </a:extLst>
          </p:cNvPr>
          <p:cNvSpPr/>
          <p:nvPr/>
        </p:nvSpPr>
        <p:spPr>
          <a:xfrm>
            <a:off x="5053263" y="2962183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72C0BBB-2DC2-B043-CF31-DA3A939704AA}"/>
              </a:ext>
            </a:extLst>
          </p:cNvPr>
          <p:cNvSpPr/>
          <p:nvPr/>
        </p:nvSpPr>
        <p:spPr>
          <a:xfrm>
            <a:off x="5558589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89951DE5-F7A1-3378-FF7C-C40BD08E037F}"/>
              </a:ext>
            </a:extLst>
          </p:cNvPr>
          <p:cNvSpPr/>
          <p:nvPr/>
        </p:nvSpPr>
        <p:spPr>
          <a:xfrm>
            <a:off x="6063915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5D9D79FC-E4E7-2E49-3314-492891C9F99B}"/>
              </a:ext>
            </a:extLst>
          </p:cNvPr>
          <p:cNvSpPr/>
          <p:nvPr/>
        </p:nvSpPr>
        <p:spPr>
          <a:xfrm>
            <a:off x="6569241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4EB9F048-BD00-6136-23F2-0D0F8B8ED6A5}"/>
              </a:ext>
            </a:extLst>
          </p:cNvPr>
          <p:cNvSpPr/>
          <p:nvPr/>
        </p:nvSpPr>
        <p:spPr>
          <a:xfrm>
            <a:off x="7074567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588D7CB-9171-7A4F-2F03-F26241FE58C6}"/>
              </a:ext>
            </a:extLst>
          </p:cNvPr>
          <p:cNvSpPr/>
          <p:nvPr/>
        </p:nvSpPr>
        <p:spPr>
          <a:xfrm>
            <a:off x="7579893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9DC60DB-4321-B98D-6AC0-8BCB7AFF0FB3}"/>
              </a:ext>
            </a:extLst>
          </p:cNvPr>
          <p:cNvSpPr/>
          <p:nvPr/>
        </p:nvSpPr>
        <p:spPr>
          <a:xfrm>
            <a:off x="8085219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6D1E649-B77E-7A30-B82C-7946F1492B9C}"/>
              </a:ext>
            </a:extLst>
          </p:cNvPr>
          <p:cNvSpPr/>
          <p:nvPr/>
        </p:nvSpPr>
        <p:spPr>
          <a:xfrm>
            <a:off x="8590545" y="2962183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5E49DBA-190D-EE96-5DF8-6AC97AE05C3B}"/>
              </a:ext>
            </a:extLst>
          </p:cNvPr>
          <p:cNvSpPr/>
          <p:nvPr/>
        </p:nvSpPr>
        <p:spPr>
          <a:xfrm>
            <a:off x="5053263" y="3762692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9F15F73B-B391-5CBD-81EE-0EF2C8E1F333}"/>
              </a:ext>
            </a:extLst>
          </p:cNvPr>
          <p:cNvSpPr/>
          <p:nvPr/>
        </p:nvSpPr>
        <p:spPr>
          <a:xfrm>
            <a:off x="5558589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76E02C-BCED-0B6F-89AC-EF1115CF2584}"/>
              </a:ext>
            </a:extLst>
          </p:cNvPr>
          <p:cNvSpPr/>
          <p:nvPr/>
        </p:nvSpPr>
        <p:spPr>
          <a:xfrm>
            <a:off x="6063915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92C7A23-7E39-115B-0833-BBF5228135A3}"/>
              </a:ext>
            </a:extLst>
          </p:cNvPr>
          <p:cNvSpPr/>
          <p:nvPr/>
        </p:nvSpPr>
        <p:spPr>
          <a:xfrm>
            <a:off x="6569241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6EF4A31D-40D8-7DA1-37BF-3FFD4E91F0CA}"/>
              </a:ext>
            </a:extLst>
          </p:cNvPr>
          <p:cNvSpPr/>
          <p:nvPr/>
        </p:nvSpPr>
        <p:spPr>
          <a:xfrm>
            <a:off x="7074567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FA0130C1-02F7-FCCD-E737-BDAD77885FEE}"/>
              </a:ext>
            </a:extLst>
          </p:cNvPr>
          <p:cNvSpPr/>
          <p:nvPr/>
        </p:nvSpPr>
        <p:spPr>
          <a:xfrm>
            <a:off x="7579893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DA527C5-8619-FEE7-BEC0-9ACC90BCB8F3}"/>
              </a:ext>
            </a:extLst>
          </p:cNvPr>
          <p:cNvSpPr/>
          <p:nvPr/>
        </p:nvSpPr>
        <p:spPr>
          <a:xfrm>
            <a:off x="8085219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BC23D58F-7C7A-497A-9F52-6532E41705DB}"/>
              </a:ext>
            </a:extLst>
          </p:cNvPr>
          <p:cNvSpPr/>
          <p:nvPr/>
        </p:nvSpPr>
        <p:spPr>
          <a:xfrm>
            <a:off x="8590545" y="3762692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E78FF15-034D-ADA9-6D13-337D528485A9}"/>
                  </a:ext>
                </a:extLst>
              </p:cNvPr>
              <p:cNvSpPr txBox="1"/>
              <p:nvPr/>
            </p:nvSpPr>
            <p:spPr>
              <a:xfrm>
                <a:off x="5478379" y="4939513"/>
                <a:ext cx="211378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∗56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E78FF15-034D-ADA9-6D13-337D52848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79" y="4939513"/>
                <a:ext cx="2113784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1257588-06DA-380A-4AC1-BC458F105547}"/>
                  </a:ext>
                </a:extLst>
              </p:cNvPr>
              <p:cNvSpPr txBox="1"/>
              <p:nvPr/>
            </p:nvSpPr>
            <p:spPr>
              <a:xfrm>
                <a:off x="7832556" y="4939512"/>
                <a:ext cx="211820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∗56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D1257588-06DA-380A-4AC1-BC458F105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556" y="4939512"/>
                <a:ext cx="211820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14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328863" y="224589"/>
            <a:ext cx="34131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short s = 0xfffe;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printf("%d\n", s );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// -2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B3E55D-0E10-D58D-CB41-3189BC1B89B2}"/>
              </a:ext>
            </a:extLst>
          </p:cNvPr>
          <p:cNvSpPr/>
          <p:nvPr/>
        </p:nvSpPr>
        <p:spPr>
          <a:xfrm>
            <a:off x="8085219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11B63D9-AE8F-4D5F-7D3E-ED6AABF11898}"/>
              </a:ext>
            </a:extLst>
          </p:cNvPr>
          <p:cNvSpPr/>
          <p:nvPr/>
        </p:nvSpPr>
        <p:spPr>
          <a:xfrm>
            <a:off x="8590545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74B56C6-976E-CF58-D613-582F04A1D168}"/>
              </a:ext>
            </a:extLst>
          </p:cNvPr>
          <p:cNvSpPr/>
          <p:nvPr/>
        </p:nvSpPr>
        <p:spPr>
          <a:xfrm>
            <a:off x="9095871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2D1E71-BF47-FE17-026E-71FD33A6AD41}"/>
              </a:ext>
            </a:extLst>
          </p:cNvPr>
          <p:cNvSpPr/>
          <p:nvPr/>
        </p:nvSpPr>
        <p:spPr>
          <a:xfrm>
            <a:off x="9601197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23E684B-EB25-DBC7-BAE4-08F682E742D8}"/>
              </a:ext>
            </a:extLst>
          </p:cNvPr>
          <p:cNvSpPr/>
          <p:nvPr/>
        </p:nvSpPr>
        <p:spPr>
          <a:xfrm>
            <a:off x="10106523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947CF8-45BE-4B58-5B07-92A108E38BAA}"/>
              </a:ext>
            </a:extLst>
          </p:cNvPr>
          <p:cNvSpPr/>
          <p:nvPr/>
        </p:nvSpPr>
        <p:spPr>
          <a:xfrm>
            <a:off x="10611849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5097407-E3F9-7854-F1BA-951A031B7615}"/>
              </a:ext>
            </a:extLst>
          </p:cNvPr>
          <p:cNvSpPr/>
          <p:nvPr/>
        </p:nvSpPr>
        <p:spPr>
          <a:xfrm>
            <a:off x="11117175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D497237-2D7F-71C6-ECEA-C729EAACDF4D}"/>
              </a:ext>
            </a:extLst>
          </p:cNvPr>
          <p:cNvSpPr/>
          <p:nvPr/>
        </p:nvSpPr>
        <p:spPr>
          <a:xfrm>
            <a:off x="11622501" y="52248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7BC7A1-3248-42FF-95C6-CB753E2FDB45}"/>
              </a:ext>
            </a:extLst>
          </p:cNvPr>
          <p:cNvSpPr/>
          <p:nvPr/>
        </p:nvSpPr>
        <p:spPr>
          <a:xfrm>
            <a:off x="4042611" y="527534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FD19418-61B3-0B6F-1505-A4B47D2B07DC}"/>
              </a:ext>
            </a:extLst>
          </p:cNvPr>
          <p:cNvSpPr/>
          <p:nvPr/>
        </p:nvSpPr>
        <p:spPr>
          <a:xfrm>
            <a:off x="4547937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644223C-8D7F-C401-00B6-B139E557F4DD}"/>
              </a:ext>
            </a:extLst>
          </p:cNvPr>
          <p:cNvSpPr/>
          <p:nvPr/>
        </p:nvSpPr>
        <p:spPr>
          <a:xfrm>
            <a:off x="5053263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A329F0-5CC6-D251-D11F-5C622D67D462}"/>
              </a:ext>
            </a:extLst>
          </p:cNvPr>
          <p:cNvSpPr/>
          <p:nvPr/>
        </p:nvSpPr>
        <p:spPr>
          <a:xfrm>
            <a:off x="5558589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D41942A-A485-7251-EAEC-8B68175901AA}"/>
              </a:ext>
            </a:extLst>
          </p:cNvPr>
          <p:cNvSpPr/>
          <p:nvPr/>
        </p:nvSpPr>
        <p:spPr>
          <a:xfrm>
            <a:off x="6063915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424AFA0-2E5D-E631-2BD3-53A95EEEEA6C}"/>
              </a:ext>
            </a:extLst>
          </p:cNvPr>
          <p:cNvSpPr/>
          <p:nvPr/>
        </p:nvSpPr>
        <p:spPr>
          <a:xfrm>
            <a:off x="6569241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EE4F8B-17B4-4398-6500-95A8D8ECC1C5}"/>
              </a:ext>
            </a:extLst>
          </p:cNvPr>
          <p:cNvSpPr/>
          <p:nvPr/>
        </p:nvSpPr>
        <p:spPr>
          <a:xfrm>
            <a:off x="7074567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31F5B-56AA-D535-BA1C-DB20104BFBA5}"/>
              </a:ext>
            </a:extLst>
          </p:cNvPr>
          <p:cNvSpPr/>
          <p:nvPr/>
        </p:nvSpPr>
        <p:spPr>
          <a:xfrm>
            <a:off x="7579893" y="52753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/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∗2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154D6C-6006-C92E-C9E8-3A08C4E9421B}"/>
              </a:ext>
            </a:extLst>
          </p:cNvPr>
          <p:cNvSpPr/>
          <p:nvPr/>
        </p:nvSpPr>
        <p:spPr>
          <a:xfrm>
            <a:off x="8085219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4A03EE1-EB27-6EB3-AFF2-84ECB84D6FDA}"/>
              </a:ext>
            </a:extLst>
          </p:cNvPr>
          <p:cNvSpPr/>
          <p:nvPr/>
        </p:nvSpPr>
        <p:spPr>
          <a:xfrm>
            <a:off x="8590545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BEBD4AC-EA2E-8C66-9A21-BE996FB90901}"/>
              </a:ext>
            </a:extLst>
          </p:cNvPr>
          <p:cNvSpPr/>
          <p:nvPr/>
        </p:nvSpPr>
        <p:spPr>
          <a:xfrm>
            <a:off x="9095871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6493DE-AF30-1290-C194-9391BFBB066A}"/>
              </a:ext>
            </a:extLst>
          </p:cNvPr>
          <p:cNvSpPr/>
          <p:nvPr/>
        </p:nvSpPr>
        <p:spPr>
          <a:xfrm>
            <a:off x="9601197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DA4773-77F6-292B-B6FC-059AC0ADE4CF}"/>
              </a:ext>
            </a:extLst>
          </p:cNvPr>
          <p:cNvSpPr/>
          <p:nvPr/>
        </p:nvSpPr>
        <p:spPr>
          <a:xfrm>
            <a:off x="10106523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CC40175-C7D5-4BA7-7FF4-F4271FAB6715}"/>
              </a:ext>
            </a:extLst>
          </p:cNvPr>
          <p:cNvSpPr/>
          <p:nvPr/>
        </p:nvSpPr>
        <p:spPr>
          <a:xfrm>
            <a:off x="10611849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814CD8-65A0-45A8-CA8F-B8BC4624D942}"/>
              </a:ext>
            </a:extLst>
          </p:cNvPr>
          <p:cNvSpPr/>
          <p:nvPr/>
        </p:nvSpPr>
        <p:spPr>
          <a:xfrm>
            <a:off x="11117175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4FC0D4-7DF1-75D3-1871-3183D228F256}"/>
              </a:ext>
            </a:extLst>
          </p:cNvPr>
          <p:cNvSpPr/>
          <p:nvPr/>
        </p:nvSpPr>
        <p:spPr>
          <a:xfrm>
            <a:off x="11622501" y="1473967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8D4E83F-2197-5F52-FDB8-91060216A0F6}"/>
              </a:ext>
            </a:extLst>
          </p:cNvPr>
          <p:cNvSpPr/>
          <p:nvPr/>
        </p:nvSpPr>
        <p:spPr>
          <a:xfrm>
            <a:off x="4042611" y="1479014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167BAF9-5472-44BA-1034-C8EB0181738C}"/>
              </a:ext>
            </a:extLst>
          </p:cNvPr>
          <p:cNvSpPr/>
          <p:nvPr/>
        </p:nvSpPr>
        <p:spPr>
          <a:xfrm>
            <a:off x="4547937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10A401-62A3-DA95-E301-8E3ECFCAA796}"/>
              </a:ext>
            </a:extLst>
          </p:cNvPr>
          <p:cNvSpPr/>
          <p:nvPr/>
        </p:nvSpPr>
        <p:spPr>
          <a:xfrm>
            <a:off x="5053263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66C33B-825E-C535-7762-D919AC120E32}"/>
              </a:ext>
            </a:extLst>
          </p:cNvPr>
          <p:cNvSpPr/>
          <p:nvPr/>
        </p:nvSpPr>
        <p:spPr>
          <a:xfrm>
            <a:off x="5558589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220A6A-F34F-DA33-4BAA-FEB869F0BF54}"/>
              </a:ext>
            </a:extLst>
          </p:cNvPr>
          <p:cNvSpPr/>
          <p:nvPr/>
        </p:nvSpPr>
        <p:spPr>
          <a:xfrm>
            <a:off x="6063915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D3620C5-16D6-64A0-E1B0-6476599344E6}"/>
              </a:ext>
            </a:extLst>
          </p:cNvPr>
          <p:cNvSpPr/>
          <p:nvPr/>
        </p:nvSpPr>
        <p:spPr>
          <a:xfrm>
            <a:off x="6569241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C3D481F-D2EF-615F-B796-4A167D4A8E31}"/>
              </a:ext>
            </a:extLst>
          </p:cNvPr>
          <p:cNvSpPr/>
          <p:nvPr/>
        </p:nvSpPr>
        <p:spPr>
          <a:xfrm>
            <a:off x="7074567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1241CA9-D14B-919D-5402-23882844FBBB}"/>
              </a:ext>
            </a:extLst>
          </p:cNvPr>
          <p:cNvSpPr/>
          <p:nvPr/>
        </p:nvSpPr>
        <p:spPr>
          <a:xfrm>
            <a:off x="7579893" y="14790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D854802-18BB-D2E2-2D91-4455078A1E6C}"/>
              </a:ext>
            </a:extLst>
          </p:cNvPr>
          <p:cNvSpPr/>
          <p:nvPr/>
        </p:nvSpPr>
        <p:spPr>
          <a:xfrm>
            <a:off x="8085219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4F3CDED-C986-97E4-78B4-4089B6B95D2C}"/>
              </a:ext>
            </a:extLst>
          </p:cNvPr>
          <p:cNvSpPr/>
          <p:nvPr/>
        </p:nvSpPr>
        <p:spPr>
          <a:xfrm>
            <a:off x="8590545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4A03CF-3874-FAA5-CF81-4FDFD70A1E33}"/>
              </a:ext>
            </a:extLst>
          </p:cNvPr>
          <p:cNvSpPr/>
          <p:nvPr/>
        </p:nvSpPr>
        <p:spPr>
          <a:xfrm>
            <a:off x="9095871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F752D2-56DE-E3F5-D95E-6289C6F5AFD1}"/>
              </a:ext>
            </a:extLst>
          </p:cNvPr>
          <p:cNvSpPr/>
          <p:nvPr/>
        </p:nvSpPr>
        <p:spPr>
          <a:xfrm>
            <a:off x="9601197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65F4457-A75B-3133-1A9E-7621D4416CEB}"/>
              </a:ext>
            </a:extLst>
          </p:cNvPr>
          <p:cNvSpPr/>
          <p:nvPr/>
        </p:nvSpPr>
        <p:spPr>
          <a:xfrm>
            <a:off x="10106523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C120D34-9661-FEB2-4B60-D4EBAD050584}"/>
              </a:ext>
            </a:extLst>
          </p:cNvPr>
          <p:cNvSpPr/>
          <p:nvPr/>
        </p:nvSpPr>
        <p:spPr>
          <a:xfrm>
            <a:off x="10611849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DA3C79D-0D44-97FC-6F70-21AA15A5CDE5}"/>
              </a:ext>
            </a:extLst>
          </p:cNvPr>
          <p:cNvSpPr/>
          <p:nvPr/>
        </p:nvSpPr>
        <p:spPr>
          <a:xfrm>
            <a:off x="11117175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2F50C7F-0EAF-9AF8-7EDE-4D7B6A9EC7FD}"/>
              </a:ext>
            </a:extLst>
          </p:cNvPr>
          <p:cNvSpPr/>
          <p:nvPr/>
        </p:nvSpPr>
        <p:spPr>
          <a:xfrm>
            <a:off x="11622501" y="2292114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91B3B1-D7FC-4A4C-E221-3C162C3C2467}"/>
              </a:ext>
            </a:extLst>
          </p:cNvPr>
          <p:cNvSpPr/>
          <p:nvPr/>
        </p:nvSpPr>
        <p:spPr>
          <a:xfrm>
            <a:off x="4042611" y="2297161"/>
            <a:ext cx="505326" cy="63047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AFBD2A8-24AE-9657-25CE-083AF32F41C7}"/>
              </a:ext>
            </a:extLst>
          </p:cNvPr>
          <p:cNvSpPr/>
          <p:nvPr/>
        </p:nvSpPr>
        <p:spPr>
          <a:xfrm>
            <a:off x="4547937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66AEF28-8C0A-34C8-471D-F48220C2F6E4}"/>
              </a:ext>
            </a:extLst>
          </p:cNvPr>
          <p:cNvSpPr/>
          <p:nvPr/>
        </p:nvSpPr>
        <p:spPr>
          <a:xfrm>
            <a:off x="5053263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375C883-5973-15DD-5104-D53AEA42DF2C}"/>
              </a:ext>
            </a:extLst>
          </p:cNvPr>
          <p:cNvSpPr/>
          <p:nvPr/>
        </p:nvSpPr>
        <p:spPr>
          <a:xfrm>
            <a:off x="5558589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D414239-D6FD-D0EB-1766-118516824644}"/>
              </a:ext>
            </a:extLst>
          </p:cNvPr>
          <p:cNvSpPr/>
          <p:nvPr/>
        </p:nvSpPr>
        <p:spPr>
          <a:xfrm>
            <a:off x="6063915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3B651C2-0E3D-AD72-38A1-9A6C09C69C9A}"/>
              </a:ext>
            </a:extLst>
          </p:cNvPr>
          <p:cNvSpPr/>
          <p:nvPr/>
        </p:nvSpPr>
        <p:spPr>
          <a:xfrm>
            <a:off x="6569241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35FFEFA-F88C-0F8A-FA36-365EDFC64861}"/>
              </a:ext>
            </a:extLst>
          </p:cNvPr>
          <p:cNvSpPr/>
          <p:nvPr/>
        </p:nvSpPr>
        <p:spPr>
          <a:xfrm>
            <a:off x="7074567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07DBA0-CF64-5172-6CFB-4A518CA65D7D}"/>
              </a:ext>
            </a:extLst>
          </p:cNvPr>
          <p:cNvSpPr/>
          <p:nvPr/>
        </p:nvSpPr>
        <p:spPr>
          <a:xfrm>
            <a:off x="7579893" y="2297161"/>
            <a:ext cx="505326" cy="63047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985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328863" y="224589"/>
            <a:ext cx="34131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i = 0xfffffffc;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printf("%d\n", i );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// -4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/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∗4</m:t>
                      </m:r>
                    </m:oMath>
                  </m:oMathPara>
                </a14:m>
                <a:endParaRPr lang="ko-KR" altLang="en-US" sz="32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A5C41A-3709-BFAA-8C49-E6A7886CB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03" y="3599997"/>
                <a:ext cx="188615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9F2F3CA4-0702-64D8-77DE-F0C3C71A78FB}"/>
              </a:ext>
            </a:extLst>
          </p:cNvPr>
          <p:cNvSpPr txBox="1"/>
          <p:nvPr/>
        </p:nvSpPr>
        <p:spPr>
          <a:xfrm>
            <a:off x="5904736" y="49607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1100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116A02-51DF-ACA4-4300-53546173921E}"/>
              </a:ext>
            </a:extLst>
          </p:cNvPr>
          <p:cNvSpPr txBox="1"/>
          <p:nvPr/>
        </p:nvSpPr>
        <p:spPr>
          <a:xfrm>
            <a:off x="5904736" y="1000164"/>
            <a:ext cx="9733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800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 sz="2800">
                <a:latin typeface="Consolas" panose="020B0609020204030204" pitchFamily="49" charset="0"/>
              </a:rPr>
              <a:t>0100</a:t>
            </a:r>
            <a:endParaRPr lang="ko-KR" altLang="en-US" sz="2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61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float f = 10.25f;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623940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582596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92578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26898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61217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95536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29855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64174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901925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36245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70564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1004883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39202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73521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107840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42160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781841" y="1122947"/>
            <a:ext cx="2903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E81735-85CA-EDC9-4071-6DD3CDABE591}"/>
              </a:ext>
            </a:extLst>
          </p:cNvPr>
          <p:cNvSpPr txBox="1"/>
          <p:nvPr/>
        </p:nvSpPr>
        <p:spPr>
          <a:xfrm>
            <a:off x="6231383" y="12485"/>
            <a:ext cx="18838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0.25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400">
                <a:latin typeface="Consolas" panose="020B0609020204030204" pitchFamily="49" charset="0"/>
              </a:rPr>
              <a:t>.5</a:t>
            </a:r>
          </a:p>
          <a:p>
            <a:pPr algn="l"/>
            <a:r>
              <a:rPr lang="en-US" altLang="ko-KR" sz="240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400">
                <a:latin typeface="Consolas" panose="020B0609020204030204" pitchFamily="49" charset="0"/>
              </a:rPr>
              <a:t>.0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C2E5C823-825E-E698-1D0D-FB2862DACA41}"/>
              </a:ext>
            </a:extLst>
          </p:cNvPr>
          <p:cNvCxnSpPr/>
          <p:nvPr/>
        </p:nvCxnSpPr>
        <p:spPr>
          <a:xfrm>
            <a:off x="6096000" y="887144"/>
            <a:ext cx="0" cy="55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4C239B0-5A71-B079-B2C1-824C5890A5B3}"/>
              </a:ext>
            </a:extLst>
          </p:cNvPr>
          <p:cNvSpPr txBox="1"/>
          <p:nvPr/>
        </p:nvSpPr>
        <p:spPr>
          <a:xfrm>
            <a:off x="5913652" y="296733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57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float f = 10.25f;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597471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31790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66109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004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347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690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033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377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875456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09775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440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9784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127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470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0813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156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030955" y="1335686"/>
            <a:ext cx="5622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 =&gt; 0.101001*2^4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101CF-E1B5-3138-15C0-CBD45C4EECD7}"/>
              </a:ext>
            </a:extLst>
          </p:cNvPr>
          <p:cNvSpPr txBox="1"/>
          <p:nvPr/>
        </p:nvSpPr>
        <p:spPr>
          <a:xfrm>
            <a:off x="6239404" y="312821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1000000000 =&gt; 0.1*10^10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95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4131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float f = 10.25f;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597471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31790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66109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004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347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690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033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377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875456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09775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440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9784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127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470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0813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156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030955" y="1335686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 =&gt; 1.01001*2^3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101CF-E1B5-3138-15C0-CBD45C4EECD7}"/>
              </a:ext>
            </a:extLst>
          </p:cNvPr>
          <p:cNvSpPr txBox="1"/>
          <p:nvPr/>
        </p:nvSpPr>
        <p:spPr>
          <a:xfrm>
            <a:off x="6549333" y="240812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0.00000000001 =&gt; 0.1*10^-10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/>
              <p:nvPr/>
            </p:nvSpPr>
            <p:spPr>
              <a:xfrm>
                <a:off x="931883" y="4479757"/>
                <a:ext cx="37289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∗1.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−127</m:t>
                          </m:r>
                        </m:sup>
                      </m:sSup>
                    </m:oMath>
                  </m:oMathPara>
                </a14:m>
                <a:endParaRPr lang="ko-KR" altLang="en-US" sz="24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83" y="4479757"/>
                <a:ext cx="372897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97332D6-532A-44C4-F605-3C9ECA832DF7}"/>
              </a:ext>
            </a:extLst>
          </p:cNvPr>
          <p:cNvSpPr txBox="1"/>
          <p:nvPr/>
        </p:nvSpPr>
        <p:spPr>
          <a:xfrm>
            <a:off x="1547586" y="333871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5D285B-DFBE-6FB9-CAD6-C4C19D5296FF}"/>
              </a:ext>
            </a:extLst>
          </p:cNvPr>
          <p:cNvSpPr txBox="1"/>
          <p:nvPr/>
        </p:nvSpPr>
        <p:spPr>
          <a:xfrm>
            <a:off x="4373145" y="3338717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BF0DB-4C33-F96B-C397-48442B38DC99}"/>
              </a:ext>
            </a:extLst>
          </p:cNvPr>
          <p:cNvSpPr txBox="1"/>
          <p:nvPr/>
        </p:nvSpPr>
        <p:spPr>
          <a:xfrm>
            <a:off x="411399" y="333474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07C0B6-944B-F233-70CC-BCB631CCAB64}"/>
              </a:ext>
            </a:extLst>
          </p:cNvPr>
          <p:cNvSpPr txBox="1"/>
          <p:nvPr/>
        </p:nvSpPr>
        <p:spPr>
          <a:xfrm>
            <a:off x="5587899" y="4374833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IEEE-754</a:t>
            </a:r>
          </a:p>
        </p:txBody>
      </p:sp>
    </p:spTree>
    <p:extLst>
      <p:ext uri="{BB962C8B-B14F-4D97-AF65-F5344CB8AC3E}">
        <p14:creationId xmlns:p14="http://schemas.microsoft.com/office/powerpoint/2010/main" val="3628390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8C9D-A31A-9A5D-A5CA-B92EC327B863}"/>
              </a:ext>
            </a:extLst>
          </p:cNvPr>
          <p:cNvSpPr txBox="1"/>
          <p:nvPr/>
        </p:nvSpPr>
        <p:spPr>
          <a:xfrm>
            <a:off x="246880" y="56147"/>
            <a:ext cx="35830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double f = 10.25;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printf("%lf\n", f );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F131EE-99B1-A069-DEA7-BF684214A05F}"/>
              </a:ext>
            </a:extLst>
          </p:cNvPr>
          <p:cNvSpPr/>
          <p:nvPr/>
        </p:nvSpPr>
        <p:spPr>
          <a:xfrm>
            <a:off x="417095" y="2837439"/>
            <a:ext cx="343192" cy="497306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4C1967-F136-0446-24FE-8BB8E8505AB1}"/>
              </a:ext>
            </a:extLst>
          </p:cNvPr>
          <p:cNvSpPr/>
          <p:nvPr/>
        </p:nvSpPr>
        <p:spPr>
          <a:xfrm>
            <a:off x="76028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C8EEEE-FF6C-6DBB-7064-7E63DFD8247C}"/>
              </a:ext>
            </a:extLst>
          </p:cNvPr>
          <p:cNvSpPr/>
          <p:nvPr/>
        </p:nvSpPr>
        <p:spPr>
          <a:xfrm>
            <a:off x="1103479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76ADC6-5932-73DF-CA47-1324EBFED1BA}"/>
              </a:ext>
            </a:extLst>
          </p:cNvPr>
          <p:cNvSpPr/>
          <p:nvPr/>
        </p:nvSpPr>
        <p:spPr>
          <a:xfrm>
            <a:off x="144667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2DEDA4-56FF-B8FE-F14F-0B05E70D9386}"/>
              </a:ext>
            </a:extLst>
          </p:cNvPr>
          <p:cNvSpPr/>
          <p:nvPr/>
        </p:nvSpPr>
        <p:spPr>
          <a:xfrm>
            <a:off x="178986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B4ED52-0922-A4CD-152B-494782B44A6F}"/>
              </a:ext>
            </a:extLst>
          </p:cNvPr>
          <p:cNvSpPr/>
          <p:nvPr/>
        </p:nvSpPr>
        <p:spPr>
          <a:xfrm>
            <a:off x="213305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A207EC-D98A-26D5-1A5E-4900CA3C1EEA}"/>
              </a:ext>
            </a:extLst>
          </p:cNvPr>
          <p:cNvSpPr/>
          <p:nvPr/>
        </p:nvSpPr>
        <p:spPr>
          <a:xfrm>
            <a:off x="2476246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E996E5-9026-6B8E-39AC-6CEE2256CF27}"/>
              </a:ext>
            </a:extLst>
          </p:cNvPr>
          <p:cNvSpPr/>
          <p:nvPr/>
        </p:nvSpPr>
        <p:spPr>
          <a:xfrm>
            <a:off x="2819437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F00894-550B-E2FD-F60B-F70A7C24BF59}"/>
              </a:ext>
            </a:extLst>
          </p:cNvPr>
          <p:cNvSpPr/>
          <p:nvPr/>
        </p:nvSpPr>
        <p:spPr>
          <a:xfrm>
            <a:off x="3196948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816424-FA99-535B-189C-DC29A8DA632D}"/>
              </a:ext>
            </a:extLst>
          </p:cNvPr>
          <p:cNvSpPr/>
          <p:nvPr/>
        </p:nvSpPr>
        <p:spPr>
          <a:xfrm>
            <a:off x="3540140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A7AF94-B73E-818F-5966-833998DF833F}"/>
              </a:ext>
            </a:extLst>
          </p:cNvPr>
          <p:cNvSpPr/>
          <p:nvPr/>
        </p:nvSpPr>
        <p:spPr>
          <a:xfrm>
            <a:off x="3883332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8A1480E-CC2E-18B2-2FEB-C0BC0F796BE9}"/>
              </a:ext>
            </a:extLst>
          </p:cNvPr>
          <p:cNvSpPr/>
          <p:nvPr/>
        </p:nvSpPr>
        <p:spPr>
          <a:xfrm>
            <a:off x="4226524" y="2837439"/>
            <a:ext cx="343192" cy="497306"/>
          </a:xfrm>
          <a:prstGeom prst="rect">
            <a:avLst/>
          </a:prstGeom>
          <a:solidFill>
            <a:srgbClr val="92D05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FE689E3-4992-A772-A4B1-2C93962116F4}"/>
              </a:ext>
            </a:extLst>
          </p:cNvPr>
          <p:cNvSpPr/>
          <p:nvPr/>
        </p:nvSpPr>
        <p:spPr>
          <a:xfrm>
            <a:off x="4569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70630D-201D-7FDD-6F8C-8B3321C1AB67}"/>
              </a:ext>
            </a:extLst>
          </p:cNvPr>
          <p:cNvSpPr/>
          <p:nvPr/>
        </p:nvSpPr>
        <p:spPr>
          <a:xfrm>
            <a:off x="4912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0A261C-2A7E-6330-B1DA-9C094B4D3083}"/>
              </a:ext>
            </a:extLst>
          </p:cNvPr>
          <p:cNvSpPr/>
          <p:nvPr/>
        </p:nvSpPr>
        <p:spPr>
          <a:xfrm>
            <a:off x="525609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7FE508-026F-0623-1B8F-E852BBDF7DA9}"/>
              </a:ext>
            </a:extLst>
          </p:cNvPr>
          <p:cNvSpPr/>
          <p:nvPr/>
        </p:nvSpPr>
        <p:spPr>
          <a:xfrm>
            <a:off x="559929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B458C8-647A-818F-23D8-56CBAFFC3885}"/>
              </a:ext>
            </a:extLst>
          </p:cNvPr>
          <p:cNvSpPr/>
          <p:nvPr/>
        </p:nvSpPr>
        <p:spPr>
          <a:xfrm>
            <a:off x="5974711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B13217-D55D-82CF-F767-92E6A9095580}"/>
              </a:ext>
            </a:extLst>
          </p:cNvPr>
          <p:cNvSpPr/>
          <p:nvPr/>
        </p:nvSpPr>
        <p:spPr>
          <a:xfrm>
            <a:off x="6317903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79C3892-7F6A-9DD2-E3CE-D3D8851A8FC7}"/>
              </a:ext>
            </a:extLst>
          </p:cNvPr>
          <p:cNvSpPr/>
          <p:nvPr/>
        </p:nvSpPr>
        <p:spPr>
          <a:xfrm>
            <a:off x="666109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995FE9-A9CA-2917-48BB-BDA77C651DD9}"/>
              </a:ext>
            </a:extLst>
          </p:cNvPr>
          <p:cNvSpPr/>
          <p:nvPr/>
        </p:nvSpPr>
        <p:spPr>
          <a:xfrm>
            <a:off x="700428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3AA1DD1-5902-F9E1-D054-80016706CF02}"/>
              </a:ext>
            </a:extLst>
          </p:cNvPr>
          <p:cNvSpPr/>
          <p:nvPr/>
        </p:nvSpPr>
        <p:spPr>
          <a:xfrm>
            <a:off x="7347479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B25F6-40B7-F470-C5B2-E6CE45D5235E}"/>
              </a:ext>
            </a:extLst>
          </p:cNvPr>
          <p:cNvSpPr/>
          <p:nvPr/>
        </p:nvSpPr>
        <p:spPr>
          <a:xfrm>
            <a:off x="769067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EDC74DB-262B-0627-12C6-00E03887C1B6}"/>
              </a:ext>
            </a:extLst>
          </p:cNvPr>
          <p:cNvSpPr/>
          <p:nvPr/>
        </p:nvSpPr>
        <p:spPr>
          <a:xfrm>
            <a:off x="803386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242F8FE-1601-C513-28DF-91A5939FCA9D}"/>
              </a:ext>
            </a:extLst>
          </p:cNvPr>
          <p:cNvSpPr/>
          <p:nvPr/>
        </p:nvSpPr>
        <p:spPr>
          <a:xfrm>
            <a:off x="837705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B8F3AB-7397-ADDD-63C0-835CDB34A320}"/>
              </a:ext>
            </a:extLst>
          </p:cNvPr>
          <p:cNvSpPr/>
          <p:nvPr/>
        </p:nvSpPr>
        <p:spPr>
          <a:xfrm>
            <a:off x="875456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993BFD4-F759-FAAA-1315-BD372975DAD5}"/>
              </a:ext>
            </a:extLst>
          </p:cNvPr>
          <p:cNvSpPr/>
          <p:nvPr/>
        </p:nvSpPr>
        <p:spPr>
          <a:xfrm>
            <a:off x="909775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A7AF5B8-DB99-E720-2D1F-2960152B1046}"/>
              </a:ext>
            </a:extLst>
          </p:cNvPr>
          <p:cNvSpPr/>
          <p:nvPr/>
        </p:nvSpPr>
        <p:spPr>
          <a:xfrm>
            <a:off x="9440948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530BE71-CAE6-26B3-DC67-BF5863A5AD42}"/>
              </a:ext>
            </a:extLst>
          </p:cNvPr>
          <p:cNvSpPr/>
          <p:nvPr/>
        </p:nvSpPr>
        <p:spPr>
          <a:xfrm>
            <a:off x="9784140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2061783-1B77-B741-5E6F-B78EC4D59A1B}"/>
              </a:ext>
            </a:extLst>
          </p:cNvPr>
          <p:cNvSpPr/>
          <p:nvPr/>
        </p:nvSpPr>
        <p:spPr>
          <a:xfrm>
            <a:off x="10127332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BDC726-30FA-9E5D-F7C9-B4AD753A35FA}"/>
              </a:ext>
            </a:extLst>
          </p:cNvPr>
          <p:cNvSpPr/>
          <p:nvPr/>
        </p:nvSpPr>
        <p:spPr>
          <a:xfrm>
            <a:off x="10470524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600557-B257-CDC3-BC60-5237D9910FCF}"/>
              </a:ext>
            </a:extLst>
          </p:cNvPr>
          <p:cNvSpPr/>
          <p:nvPr/>
        </p:nvSpPr>
        <p:spPr>
          <a:xfrm>
            <a:off x="10813715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B14EF-3F24-82F2-4440-CE8034716F14}"/>
              </a:ext>
            </a:extLst>
          </p:cNvPr>
          <p:cNvSpPr/>
          <p:nvPr/>
        </p:nvSpPr>
        <p:spPr>
          <a:xfrm>
            <a:off x="11156907" y="2837439"/>
            <a:ext cx="343192" cy="497306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2EA8E4-C478-9269-B8FD-0EC6C4829DCA}"/>
              </a:ext>
            </a:extLst>
          </p:cNvPr>
          <p:cNvSpPr txBox="1"/>
          <p:nvPr/>
        </p:nvSpPr>
        <p:spPr>
          <a:xfrm>
            <a:off x="1030955" y="1335686"/>
            <a:ext cx="5452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10.25 =&gt; 1010.01 =&gt; 1.01001*2^3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A6E8D5-8202-E1F4-2FC5-8CB4361005F6}"/>
              </a:ext>
            </a:extLst>
          </p:cNvPr>
          <p:cNvSpPr txBox="1"/>
          <p:nvPr/>
        </p:nvSpPr>
        <p:spPr>
          <a:xfrm>
            <a:off x="465185" y="2245894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>
                <a:latin typeface="Consolas" panose="020B0609020204030204" pitchFamily="49" charset="0"/>
              </a:rPr>
              <a:t>고정 소수점 방식</a:t>
            </a:r>
            <a:endParaRPr lang="en-US" altLang="ko-KR" sz="2400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0101CF-E1B5-3138-15C0-CBD45C4EECD7}"/>
              </a:ext>
            </a:extLst>
          </p:cNvPr>
          <p:cNvSpPr txBox="1"/>
          <p:nvPr/>
        </p:nvSpPr>
        <p:spPr>
          <a:xfrm>
            <a:off x="6549333" y="240812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0.00000000001 =&gt; 0.1*10^-10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/>
              <p:nvPr/>
            </p:nvSpPr>
            <p:spPr>
              <a:xfrm>
                <a:off x="931883" y="4479757"/>
                <a:ext cx="392453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∗1.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−1023</m:t>
                          </m:r>
                        </m:sup>
                      </m:sSup>
                    </m:oMath>
                  </m:oMathPara>
                </a14:m>
                <a:endParaRPr lang="ko-KR" altLang="en-US" sz="2400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30DD69F-C591-75FF-161B-9716DA628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883" y="4479757"/>
                <a:ext cx="3924536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97332D6-532A-44C4-F605-3C9ECA832DF7}"/>
              </a:ext>
            </a:extLst>
          </p:cNvPr>
          <p:cNvSpPr txBox="1"/>
          <p:nvPr/>
        </p:nvSpPr>
        <p:spPr>
          <a:xfrm>
            <a:off x="2462735" y="3334744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5D285B-DFBE-6FB9-CAD6-C4C19D5296FF}"/>
              </a:ext>
            </a:extLst>
          </p:cNvPr>
          <p:cNvSpPr txBox="1"/>
          <p:nvPr/>
        </p:nvSpPr>
        <p:spPr>
          <a:xfrm>
            <a:off x="6482419" y="333474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m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BF0DB-4C33-F96B-C397-48442B38DC99}"/>
              </a:ext>
            </a:extLst>
          </p:cNvPr>
          <p:cNvSpPr txBox="1"/>
          <p:nvPr/>
        </p:nvSpPr>
        <p:spPr>
          <a:xfrm>
            <a:off x="411399" y="3334745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07C0B6-944B-F233-70CC-BCB631CCAB64}"/>
              </a:ext>
            </a:extLst>
          </p:cNvPr>
          <p:cNvSpPr txBox="1"/>
          <p:nvPr/>
        </p:nvSpPr>
        <p:spPr>
          <a:xfrm>
            <a:off x="5587899" y="4374833"/>
            <a:ext cx="22108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3600">
                <a:latin typeface="Consolas" panose="020B0609020204030204" pitchFamily="49" charset="0"/>
              </a:rPr>
              <a:t>IEEE-754</a:t>
            </a:r>
          </a:p>
        </p:txBody>
      </p:sp>
    </p:spTree>
    <p:extLst>
      <p:ext uri="{BB962C8B-B14F-4D97-AF65-F5344CB8AC3E}">
        <p14:creationId xmlns:p14="http://schemas.microsoft.com/office/powerpoint/2010/main" val="3727400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5B6F33C-5B76-7E81-BCBC-C95A94380904}"/>
              </a:ext>
            </a:extLst>
          </p:cNvPr>
          <p:cNvSpPr/>
          <p:nvPr/>
        </p:nvSpPr>
        <p:spPr>
          <a:xfrm>
            <a:off x="2165684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0635C03-6281-7BBD-B35C-B3FDEB19F359}"/>
              </a:ext>
            </a:extLst>
          </p:cNvPr>
          <p:cNvSpPr/>
          <p:nvPr/>
        </p:nvSpPr>
        <p:spPr>
          <a:xfrm>
            <a:off x="2727158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C5F124-0EEF-183D-0A3B-12BDF0527C46}"/>
              </a:ext>
            </a:extLst>
          </p:cNvPr>
          <p:cNvSpPr/>
          <p:nvPr/>
        </p:nvSpPr>
        <p:spPr>
          <a:xfrm>
            <a:off x="3288632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94EEDB1-6BAE-15F7-A92C-1DE3415A6D29}"/>
              </a:ext>
            </a:extLst>
          </p:cNvPr>
          <p:cNvSpPr/>
          <p:nvPr/>
        </p:nvSpPr>
        <p:spPr>
          <a:xfrm>
            <a:off x="3850106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AEECF6-7DCD-1205-F499-6E9E282042EA}"/>
              </a:ext>
            </a:extLst>
          </p:cNvPr>
          <p:cNvSpPr/>
          <p:nvPr/>
        </p:nvSpPr>
        <p:spPr>
          <a:xfrm>
            <a:off x="4411580" y="842212"/>
            <a:ext cx="561474" cy="70585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657DF8E-5B95-4185-345D-FB6F5C6414C8}"/>
              </a:ext>
            </a:extLst>
          </p:cNvPr>
          <p:cNvSpPr/>
          <p:nvPr/>
        </p:nvSpPr>
        <p:spPr>
          <a:xfrm>
            <a:off x="2165684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252479-2603-64BF-42DF-8DC06466B95B}"/>
              </a:ext>
            </a:extLst>
          </p:cNvPr>
          <p:cNvSpPr/>
          <p:nvPr/>
        </p:nvSpPr>
        <p:spPr>
          <a:xfrm>
            <a:off x="2727158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406DAAD-114C-597F-7476-5B10F2B04860}"/>
              </a:ext>
            </a:extLst>
          </p:cNvPr>
          <p:cNvSpPr/>
          <p:nvPr/>
        </p:nvSpPr>
        <p:spPr>
          <a:xfrm>
            <a:off x="3288632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ECEE60-E505-B538-98A3-000DFC21B324}"/>
              </a:ext>
            </a:extLst>
          </p:cNvPr>
          <p:cNvSpPr/>
          <p:nvPr/>
        </p:nvSpPr>
        <p:spPr>
          <a:xfrm>
            <a:off x="3850106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490D5B-C753-6823-46FB-20FA5668685C}"/>
              </a:ext>
            </a:extLst>
          </p:cNvPr>
          <p:cNvSpPr/>
          <p:nvPr/>
        </p:nvSpPr>
        <p:spPr>
          <a:xfrm>
            <a:off x="4411580" y="232612"/>
            <a:ext cx="561474" cy="705852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35E1AE-75D3-1EB5-BE3E-0BBD57647A71}"/>
              </a:ext>
            </a:extLst>
          </p:cNvPr>
          <p:cNvSpPr txBox="1"/>
          <p:nvPr/>
        </p:nvSpPr>
        <p:spPr>
          <a:xfrm>
            <a:off x="1729295" y="1010472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C5BB4-B8AE-BDD3-0DC2-F213A7D6A026}"/>
              </a:ext>
            </a:extLst>
          </p:cNvPr>
          <p:cNvSpPr txBox="1"/>
          <p:nvPr/>
        </p:nvSpPr>
        <p:spPr>
          <a:xfrm>
            <a:off x="2141621" y="1926831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a.shape =&gt; (5,)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4D8AD-CBD6-5ECC-D159-26B88C9B8094}"/>
              </a:ext>
            </a:extLst>
          </p:cNvPr>
          <p:cNvSpPr txBox="1"/>
          <p:nvPr/>
        </p:nvSpPr>
        <p:spPr>
          <a:xfrm>
            <a:off x="2141621" y="2536431"/>
            <a:ext cx="3752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a[1].shape =&gt; () =&gt; 2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6580AC-A060-7F50-A024-F26B2706ECF7}"/>
              </a:ext>
            </a:extLst>
          </p:cNvPr>
          <p:cNvSpPr txBox="1"/>
          <p:nvPr/>
        </p:nvSpPr>
        <p:spPr>
          <a:xfrm>
            <a:off x="2141621" y="3198167"/>
            <a:ext cx="4772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a[1:2].shape =&gt; (1,) =&gt; [2]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36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0FC5BB4-B8AE-BDD3-0DC2-F213A7D6A026}"/>
              </a:ext>
            </a:extLst>
          </p:cNvPr>
          <p:cNvSpPr txBox="1"/>
          <p:nvPr/>
        </p:nvSpPr>
        <p:spPr>
          <a:xfrm>
            <a:off x="1794410" y="563252"/>
            <a:ext cx="25635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def foo():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    return 1,2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B4D8AD-CBD6-5ECC-D159-26B88C9B8094}"/>
              </a:ext>
            </a:extLst>
          </p:cNvPr>
          <p:cNvSpPr txBox="1"/>
          <p:nvPr/>
        </p:nvSpPr>
        <p:spPr>
          <a:xfrm>
            <a:off x="1700463" y="2007041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a, b = foo()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1E068-4F8C-DC27-3816-270AE3EAD415}"/>
              </a:ext>
            </a:extLst>
          </p:cNvPr>
          <p:cNvSpPr txBox="1"/>
          <p:nvPr/>
        </p:nvSpPr>
        <p:spPr>
          <a:xfrm>
            <a:off x="6029526" y="563252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a = (1,2)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E46FA-E9F7-0802-F05B-BAC2ED2FD9FB}"/>
              </a:ext>
            </a:extLst>
          </p:cNvPr>
          <p:cNvSpPr txBox="1"/>
          <p:nvPr/>
        </p:nvSpPr>
        <p:spPr>
          <a:xfrm>
            <a:off x="6029526" y="1163416"/>
            <a:ext cx="1544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b, c = a</a:t>
            </a:r>
            <a:endParaRPr lang="ko-KR" altLang="en-US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37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9DFE66-9EF5-C2F7-45B9-7F6803EBA370}"/>
              </a:ext>
            </a:extLst>
          </p:cNvPr>
          <p:cNvSpPr/>
          <p:nvPr/>
        </p:nvSpPr>
        <p:spPr>
          <a:xfrm>
            <a:off x="6481010" y="561931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4E728E-33DD-EDBA-14DD-D93CEA850056}"/>
              </a:ext>
            </a:extLst>
          </p:cNvPr>
          <p:cNvSpPr/>
          <p:nvPr/>
        </p:nvSpPr>
        <p:spPr>
          <a:xfrm>
            <a:off x="7082589" y="561930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6FFC2E-7D09-8306-BB16-7D83C3DC6B8E}"/>
              </a:ext>
            </a:extLst>
          </p:cNvPr>
          <p:cNvSpPr/>
          <p:nvPr/>
        </p:nvSpPr>
        <p:spPr>
          <a:xfrm>
            <a:off x="7684168" y="561929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22B9E0A-A559-D3E1-187D-8720396E0074}"/>
              </a:ext>
            </a:extLst>
          </p:cNvPr>
          <p:cNvSpPr/>
          <p:nvPr/>
        </p:nvSpPr>
        <p:spPr>
          <a:xfrm>
            <a:off x="8285747" y="561928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4326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a[4] = {1,2,3,4};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*p = &amp;a[0];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 = 10; // *(p+1) = 10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A16584-E04F-ACD7-4300-5ACB45E3D593}"/>
              </a:ext>
            </a:extLst>
          </p:cNvPr>
          <p:cNvSpPr/>
          <p:nvPr/>
        </p:nvSpPr>
        <p:spPr>
          <a:xfrm>
            <a:off x="6424863" y="3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958D5B-77FF-FF7D-17DC-BDE541D50B2A}"/>
              </a:ext>
            </a:extLst>
          </p:cNvPr>
          <p:cNvSpPr/>
          <p:nvPr/>
        </p:nvSpPr>
        <p:spPr>
          <a:xfrm>
            <a:off x="7026442" y="2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AC6279-31B9-C803-14B8-5456483C13F3}"/>
              </a:ext>
            </a:extLst>
          </p:cNvPr>
          <p:cNvSpPr/>
          <p:nvPr/>
        </p:nvSpPr>
        <p:spPr>
          <a:xfrm>
            <a:off x="7628021" y="1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E6F0E10-AE6B-7901-E1AF-7B2660A9AB05}"/>
              </a:ext>
            </a:extLst>
          </p:cNvPr>
          <p:cNvSpPr/>
          <p:nvPr/>
        </p:nvSpPr>
        <p:spPr>
          <a:xfrm>
            <a:off x="8229600" y="0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9600E-347E-2094-1DDA-6803E4A05510}"/>
              </a:ext>
            </a:extLst>
          </p:cNvPr>
          <p:cNvSpPr txBox="1"/>
          <p:nvPr/>
        </p:nvSpPr>
        <p:spPr>
          <a:xfrm>
            <a:off x="6096000" y="7940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0A7B0-6F14-49F8-12D1-4DDC2FB66292}"/>
              </a:ext>
            </a:extLst>
          </p:cNvPr>
          <p:cNvSpPr txBox="1"/>
          <p:nvPr/>
        </p:nvSpPr>
        <p:spPr>
          <a:xfrm>
            <a:off x="6170648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78EFEF-E9F5-C69D-B067-37FEC5707295}"/>
              </a:ext>
            </a:extLst>
          </p:cNvPr>
          <p:cNvSpPr txBox="1"/>
          <p:nvPr/>
        </p:nvSpPr>
        <p:spPr>
          <a:xfrm>
            <a:off x="6828373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CDEC47-F5E6-0FD5-AFF4-2557EC9339CB}"/>
              </a:ext>
            </a:extLst>
          </p:cNvPr>
          <p:cNvSpPr txBox="1"/>
          <p:nvPr/>
        </p:nvSpPr>
        <p:spPr>
          <a:xfrm>
            <a:off x="7420379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1A1687-10F0-0090-ECF0-FE9ADF64D579}"/>
              </a:ext>
            </a:extLst>
          </p:cNvPr>
          <p:cNvSpPr txBox="1"/>
          <p:nvPr/>
        </p:nvSpPr>
        <p:spPr>
          <a:xfrm>
            <a:off x="7984957" y="116341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112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737937" y="460832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p+1*(sizeof(*p))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A57C009-0B26-FC9F-A9EC-0E2CC7C686D3}"/>
              </a:ext>
            </a:extLst>
          </p:cNvPr>
          <p:cNvCxnSpPr/>
          <p:nvPr/>
        </p:nvCxnSpPr>
        <p:spPr>
          <a:xfrm flipV="1">
            <a:off x="6481010" y="123400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7FDFD4B-95C6-6429-B514-212BC92F16A6}"/>
              </a:ext>
            </a:extLst>
          </p:cNvPr>
          <p:cNvCxnSpPr/>
          <p:nvPr/>
        </p:nvCxnSpPr>
        <p:spPr>
          <a:xfrm flipV="1">
            <a:off x="7082589" y="125975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521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9DFE66-9EF5-C2F7-45B9-7F6803EBA370}"/>
              </a:ext>
            </a:extLst>
          </p:cNvPr>
          <p:cNvSpPr/>
          <p:nvPr/>
        </p:nvSpPr>
        <p:spPr>
          <a:xfrm>
            <a:off x="7243010" y="3429001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4E728E-33DD-EDBA-14DD-D93CEA850056}"/>
              </a:ext>
            </a:extLst>
          </p:cNvPr>
          <p:cNvSpPr/>
          <p:nvPr/>
        </p:nvSpPr>
        <p:spPr>
          <a:xfrm>
            <a:off x="7844589" y="3429000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86FFC2E-7D09-8306-BB16-7D83C3DC6B8E}"/>
              </a:ext>
            </a:extLst>
          </p:cNvPr>
          <p:cNvSpPr/>
          <p:nvPr/>
        </p:nvSpPr>
        <p:spPr>
          <a:xfrm>
            <a:off x="8446168" y="3428999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22B9E0A-A559-D3E1-187D-8720396E0074}"/>
              </a:ext>
            </a:extLst>
          </p:cNvPr>
          <p:cNvSpPr/>
          <p:nvPr/>
        </p:nvSpPr>
        <p:spPr>
          <a:xfrm>
            <a:off x="9047747" y="3428998"/>
            <a:ext cx="601579" cy="697831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57919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a[4] = {1,2,3,4};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*p = a; // a =&gt;</a:t>
            </a:r>
            <a:r>
              <a:rPr lang="ko-KR" altLang="en-US" sz="2400">
                <a:latin typeface="Consolas" panose="020B0609020204030204" pitchFamily="49" charset="0"/>
              </a:rPr>
              <a:t> </a:t>
            </a:r>
            <a:r>
              <a:rPr lang="en-US" altLang="ko-KR" sz="2400">
                <a:latin typeface="Consolas" panose="020B0609020204030204" pitchFamily="49" charset="0"/>
              </a:rPr>
              <a:t>&amp;a[0]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sizeof(a) =&gt; sizeof(int[4]) =&gt; 16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sizeof(p) =&gt; sizeof(int*)   =&gt; 8 </a:t>
            </a: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A16584-E04F-ACD7-4300-5ACB45E3D593}"/>
              </a:ext>
            </a:extLst>
          </p:cNvPr>
          <p:cNvSpPr/>
          <p:nvPr/>
        </p:nvSpPr>
        <p:spPr>
          <a:xfrm>
            <a:off x="7186863" y="2867073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958D5B-77FF-FF7D-17DC-BDE541D50B2A}"/>
              </a:ext>
            </a:extLst>
          </p:cNvPr>
          <p:cNvSpPr/>
          <p:nvPr/>
        </p:nvSpPr>
        <p:spPr>
          <a:xfrm>
            <a:off x="7788442" y="2867072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CAC6279-31B9-C803-14B8-5456483C13F3}"/>
              </a:ext>
            </a:extLst>
          </p:cNvPr>
          <p:cNvSpPr/>
          <p:nvPr/>
        </p:nvSpPr>
        <p:spPr>
          <a:xfrm>
            <a:off x="8390021" y="2867071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E6F0E10-AE6B-7901-E1AF-7B2660A9AB05}"/>
              </a:ext>
            </a:extLst>
          </p:cNvPr>
          <p:cNvSpPr/>
          <p:nvPr/>
        </p:nvSpPr>
        <p:spPr>
          <a:xfrm>
            <a:off x="8991600" y="2867070"/>
            <a:ext cx="601579" cy="697831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9600E-347E-2094-1DDA-6803E4A05510}"/>
              </a:ext>
            </a:extLst>
          </p:cNvPr>
          <p:cNvSpPr txBox="1"/>
          <p:nvPr/>
        </p:nvSpPr>
        <p:spPr>
          <a:xfrm>
            <a:off x="6858000" y="366115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0A7B0-6F14-49F8-12D1-4DDC2FB66292}"/>
              </a:ext>
            </a:extLst>
          </p:cNvPr>
          <p:cNvSpPr txBox="1"/>
          <p:nvPr/>
        </p:nvSpPr>
        <p:spPr>
          <a:xfrm>
            <a:off x="6932648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78EFEF-E9F5-C69D-B067-37FEC5707295}"/>
              </a:ext>
            </a:extLst>
          </p:cNvPr>
          <p:cNvSpPr txBox="1"/>
          <p:nvPr/>
        </p:nvSpPr>
        <p:spPr>
          <a:xfrm>
            <a:off x="7590373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CDEC47-F5E6-0FD5-AFF4-2557EC9339CB}"/>
              </a:ext>
            </a:extLst>
          </p:cNvPr>
          <p:cNvSpPr txBox="1"/>
          <p:nvPr/>
        </p:nvSpPr>
        <p:spPr>
          <a:xfrm>
            <a:off x="8182379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1A1687-10F0-0090-ECF0-FE9ADF64D579}"/>
              </a:ext>
            </a:extLst>
          </p:cNvPr>
          <p:cNvSpPr txBox="1"/>
          <p:nvPr/>
        </p:nvSpPr>
        <p:spPr>
          <a:xfrm>
            <a:off x="8746957" y="403048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112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737937" y="460832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p+1*(sizeof(*p))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AA57C009-0B26-FC9F-A9EC-0E2CC7C686D3}"/>
              </a:ext>
            </a:extLst>
          </p:cNvPr>
          <p:cNvCxnSpPr/>
          <p:nvPr/>
        </p:nvCxnSpPr>
        <p:spPr>
          <a:xfrm flipV="1">
            <a:off x="7243010" y="410107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7FDFD4B-95C6-6429-B514-212BC92F16A6}"/>
              </a:ext>
            </a:extLst>
          </p:cNvPr>
          <p:cNvCxnSpPr/>
          <p:nvPr/>
        </p:nvCxnSpPr>
        <p:spPr>
          <a:xfrm flipV="1">
            <a:off x="7844589" y="4126829"/>
            <a:ext cx="0" cy="923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19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94237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a[2][2] = {{1,2},{3,4}};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*p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p[1][1] = 10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*(*1004+1)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*(2+1)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*3   compile error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660678" y="5137719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p+1*(sizeof(*p))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458D-1327-CACE-6242-6535DEA06D15}"/>
              </a:ext>
            </a:extLst>
          </p:cNvPr>
          <p:cNvSpPr txBox="1"/>
          <p:nvPr/>
        </p:nvSpPr>
        <p:spPr>
          <a:xfrm>
            <a:off x="9745579" y="29437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6224-C755-302E-F781-08DAD32CA556}"/>
              </a:ext>
            </a:extLst>
          </p:cNvPr>
          <p:cNvSpPr txBox="1"/>
          <p:nvPr/>
        </p:nvSpPr>
        <p:spPr>
          <a:xfrm>
            <a:off x="9745578" y="342900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6229-607B-8B6E-E501-A2A7154707FC}"/>
              </a:ext>
            </a:extLst>
          </p:cNvPr>
          <p:cNvSpPr txBox="1"/>
          <p:nvPr/>
        </p:nvSpPr>
        <p:spPr>
          <a:xfrm>
            <a:off x="9745577" y="391427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4BEC7-0C9D-514E-9317-2665D0BB9E4A}"/>
              </a:ext>
            </a:extLst>
          </p:cNvPr>
          <p:cNvSpPr txBox="1"/>
          <p:nvPr/>
        </p:nvSpPr>
        <p:spPr>
          <a:xfrm>
            <a:off x="9745576" y="439954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72E8DD-6623-0B1C-BBDE-9E856AC027A5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6753726" y="2860762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7CC400-7826-81EF-3FC2-D953B7C3C8E3}"/>
              </a:ext>
            </a:extLst>
          </p:cNvPr>
          <p:cNvCxnSpPr>
            <a:cxnSpLocks/>
          </p:cNvCxnSpPr>
          <p:nvPr/>
        </p:nvCxnSpPr>
        <p:spPr>
          <a:xfrm>
            <a:off x="6809873" y="3374109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7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94237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a[2][2] = {{1,2},{3,4}};</a:t>
            </a: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int *  *p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p[1][1] = 10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*(*1008+1)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*(0x0304+1)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 0x0308   runtime error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660678" y="5137719"/>
            <a:ext cx="4602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p+1*(sizeof(int*))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458D-1327-CACE-6242-6535DEA06D15}"/>
              </a:ext>
            </a:extLst>
          </p:cNvPr>
          <p:cNvSpPr txBox="1"/>
          <p:nvPr/>
        </p:nvSpPr>
        <p:spPr>
          <a:xfrm>
            <a:off x="9745579" y="29437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6224-C755-302E-F781-08DAD32CA556}"/>
              </a:ext>
            </a:extLst>
          </p:cNvPr>
          <p:cNvSpPr txBox="1"/>
          <p:nvPr/>
        </p:nvSpPr>
        <p:spPr>
          <a:xfrm>
            <a:off x="9745578" y="342900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6229-607B-8B6E-E501-A2A7154707FC}"/>
              </a:ext>
            </a:extLst>
          </p:cNvPr>
          <p:cNvSpPr txBox="1"/>
          <p:nvPr/>
        </p:nvSpPr>
        <p:spPr>
          <a:xfrm>
            <a:off x="9745577" y="391427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4BEC7-0C9D-514E-9317-2665D0BB9E4A}"/>
              </a:ext>
            </a:extLst>
          </p:cNvPr>
          <p:cNvSpPr txBox="1"/>
          <p:nvPr/>
        </p:nvSpPr>
        <p:spPr>
          <a:xfrm>
            <a:off x="9745576" y="439954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72E8DD-6623-0B1C-BBDE-9E856AC027A5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6753726" y="2860762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7CC400-7826-81EF-3FC2-D953B7C3C8E3}"/>
              </a:ext>
            </a:extLst>
          </p:cNvPr>
          <p:cNvCxnSpPr>
            <a:cxnSpLocks/>
          </p:cNvCxnSpPr>
          <p:nvPr/>
        </p:nvCxnSpPr>
        <p:spPr>
          <a:xfrm>
            <a:off x="6736279" y="3878057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842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94237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a[2][2] = {{1,2},{3,4}};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int (*p)[2]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p[1][1] = 10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(*(p+1))[1]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*(*(p+1)+1)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*(*(1000+1)+1)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*(*1008+1)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*(1008+1)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*1012  runtime error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FA2A59-9834-4679-9F9D-3D3E24686098}"/>
              </a:ext>
            </a:extLst>
          </p:cNvPr>
          <p:cNvSpPr txBox="1"/>
          <p:nvPr/>
        </p:nvSpPr>
        <p:spPr>
          <a:xfrm>
            <a:off x="660677" y="5111993"/>
            <a:ext cx="4942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p+1 =&gt; p+1*(sizeof(int[2]))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C458D-1327-CACE-6242-6535DEA06D15}"/>
              </a:ext>
            </a:extLst>
          </p:cNvPr>
          <p:cNvSpPr txBox="1"/>
          <p:nvPr/>
        </p:nvSpPr>
        <p:spPr>
          <a:xfrm>
            <a:off x="9745579" y="2943726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F6224-C755-302E-F781-08DAD32CA556}"/>
              </a:ext>
            </a:extLst>
          </p:cNvPr>
          <p:cNvSpPr txBox="1"/>
          <p:nvPr/>
        </p:nvSpPr>
        <p:spPr>
          <a:xfrm>
            <a:off x="9745578" y="342900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a[0][1]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36229-607B-8B6E-E501-A2A7154707FC}"/>
              </a:ext>
            </a:extLst>
          </p:cNvPr>
          <p:cNvSpPr txBox="1"/>
          <p:nvPr/>
        </p:nvSpPr>
        <p:spPr>
          <a:xfrm>
            <a:off x="9745577" y="391427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a[1][0]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4BEC7-0C9D-514E-9317-2665D0BB9E4A}"/>
              </a:ext>
            </a:extLst>
          </p:cNvPr>
          <p:cNvSpPr txBox="1"/>
          <p:nvPr/>
        </p:nvSpPr>
        <p:spPr>
          <a:xfrm>
            <a:off x="9745576" y="439954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a[1][1]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72E8DD-6623-0B1C-BBDE-9E856AC027A5}"/>
              </a:ext>
            </a:extLst>
          </p:cNvPr>
          <p:cNvCxnSpPr>
            <a:cxnSpLocks/>
            <a:endCxn id="12" idx="3"/>
          </p:cNvCxnSpPr>
          <p:nvPr/>
        </p:nvCxnSpPr>
        <p:spPr>
          <a:xfrm>
            <a:off x="6753726" y="2860762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27CC400-7826-81EF-3FC2-D953B7C3C8E3}"/>
              </a:ext>
            </a:extLst>
          </p:cNvPr>
          <p:cNvCxnSpPr>
            <a:cxnSpLocks/>
          </p:cNvCxnSpPr>
          <p:nvPr/>
        </p:nvCxnSpPr>
        <p:spPr>
          <a:xfrm>
            <a:off x="6736279" y="3878057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6EBDDB-3972-A32F-109D-0E1A214D0A52}"/>
              </a:ext>
            </a:extLst>
          </p:cNvPr>
          <p:cNvSpPr/>
          <p:nvPr/>
        </p:nvSpPr>
        <p:spPr>
          <a:xfrm>
            <a:off x="8083816" y="2860762"/>
            <a:ext cx="1565510" cy="1053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33DDF47-72EB-9927-7992-916C6BAB2ED6}"/>
              </a:ext>
            </a:extLst>
          </p:cNvPr>
          <p:cNvSpPr/>
          <p:nvPr/>
        </p:nvSpPr>
        <p:spPr>
          <a:xfrm>
            <a:off x="8083816" y="3887456"/>
            <a:ext cx="1565510" cy="10535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E3C930-3A00-3944-0370-E88227EB3B5A}"/>
              </a:ext>
            </a:extLst>
          </p:cNvPr>
          <p:cNvSpPr txBox="1"/>
          <p:nvPr/>
        </p:nvSpPr>
        <p:spPr>
          <a:xfrm>
            <a:off x="6841958" y="325654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_a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00A663-5826-C170-89CE-3A0F6A62B158}"/>
              </a:ext>
            </a:extLst>
          </p:cNvPr>
          <p:cNvSpPr txBox="1"/>
          <p:nvPr/>
        </p:nvSpPr>
        <p:spPr>
          <a:xfrm>
            <a:off x="6875855" y="41879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_b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EBE2F9F-A191-9D7D-43F2-4D4ECE19D617}"/>
              </a:ext>
            </a:extLst>
          </p:cNvPr>
          <p:cNvCxnSpPr>
            <a:cxnSpLocks/>
          </p:cNvCxnSpPr>
          <p:nvPr/>
        </p:nvCxnSpPr>
        <p:spPr>
          <a:xfrm>
            <a:off x="6727555" y="4411458"/>
            <a:ext cx="1347537" cy="93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492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>
            <a:extLst>
              <a:ext uri="{FF2B5EF4-FFF2-40B4-BE49-F238E27FC236}">
                <a16:creationId xmlns:a16="http://schemas.microsoft.com/office/drawing/2014/main" id="{B591AF61-19AC-AF91-3EE0-35BDCFAB9323}"/>
              </a:ext>
            </a:extLst>
          </p:cNvPr>
          <p:cNvSpPr txBox="1"/>
          <p:nvPr/>
        </p:nvSpPr>
        <p:spPr>
          <a:xfrm>
            <a:off x="320842" y="449179"/>
            <a:ext cx="460254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400">
                <a:latin typeface="Consolas" panose="020B0609020204030204" pitchFamily="49" charset="0"/>
              </a:rPr>
              <a:t>int a[4] = {1,2,3,4};</a:t>
            </a:r>
          </a:p>
          <a:p>
            <a:r>
              <a:rPr lang="en-US" altLang="ko-KR" sz="2400">
                <a:latin typeface="Consolas" panose="020B0609020204030204" pitchFamily="49" charset="0"/>
              </a:rPr>
              <a:t>int *p = a;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 := &amp;a[0]  // var p *int </a:t>
            </a:r>
          </a:p>
          <a:p>
            <a:pPr algn="l"/>
            <a:endParaRPr lang="en-US" altLang="ko-KR" sz="2400">
              <a:latin typeface="Consolas" panose="020B0609020204030204" pitchFamily="49" charset="0"/>
            </a:endParaRPr>
          </a:p>
          <a:p>
            <a:pPr algn="l"/>
            <a:r>
              <a:rPr lang="en-US" altLang="ko-KR" sz="2400">
                <a:latin typeface="Consolas" panose="020B0609020204030204" pitchFamily="49" charset="0"/>
              </a:rPr>
              <a:t>p := a  </a:t>
            </a:r>
            <a:endParaRPr lang="ko-KR" altLang="en-US" sz="240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8AB12D-5180-F0FB-CAD1-CCD4033D3111}"/>
              </a:ext>
            </a:extLst>
          </p:cNvPr>
          <p:cNvSpPr txBox="1"/>
          <p:nvPr/>
        </p:nvSpPr>
        <p:spPr>
          <a:xfrm>
            <a:off x="5919537" y="280737"/>
            <a:ext cx="62376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2000">
                <a:latin typeface="Consolas" panose="020B0609020204030204" pitchFamily="49" charset="0"/>
              </a:rPr>
              <a:t>decay : </a:t>
            </a:r>
            <a:r>
              <a:rPr lang="ko-KR" altLang="en-US" sz="2000">
                <a:latin typeface="Consolas" panose="020B0609020204030204" pitchFamily="49" charset="0"/>
              </a:rPr>
              <a:t>배열의 이름은 일반적으로 배열의 첫번째</a:t>
            </a:r>
            <a:endParaRPr lang="en-US" altLang="ko-KR" sz="2000">
              <a:latin typeface="Consolas" panose="020B0609020204030204" pitchFamily="49" charset="0"/>
            </a:endParaRPr>
          </a:p>
          <a:p>
            <a:pPr algn="l"/>
            <a:r>
              <a:rPr lang="en-US" altLang="ko-KR" sz="2000">
                <a:latin typeface="Consolas" panose="020B0609020204030204" pitchFamily="49" charset="0"/>
              </a:rPr>
              <a:t>        </a:t>
            </a:r>
            <a:r>
              <a:rPr lang="ko-KR" altLang="en-US" sz="2000">
                <a:latin typeface="Consolas" panose="020B0609020204030204" pitchFamily="49" charset="0"/>
              </a:rPr>
              <a:t>원소의 시작 주소로 해석된다</a:t>
            </a:r>
            <a:r>
              <a:rPr lang="en-US" altLang="ko-KR" sz="2000">
                <a:latin typeface="Consolas" panose="020B0609020204030204" pitchFamily="49" charset="0"/>
              </a:rPr>
              <a:t>.</a:t>
            </a:r>
          </a:p>
          <a:p>
            <a:pPr algn="l"/>
            <a:r>
              <a:rPr lang="ko-KR" altLang="en-US" sz="2000">
                <a:latin typeface="Consolas" panose="020B0609020204030204" pitchFamily="49" charset="0"/>
              </a:rPr>
              <a:t>예외</a:t>
            </a:r>
            <a:r>
              <a:rPr lang="en-US" altLang="ko-KR" sz="2000">
                <a:latin typeface="Consolas" panose="020B0609020204030204" pitchFamily="49" charset="0"/>
              </a:rPr>
              <a:t>) sizeof </a:t>
            </a:r>
            <a:endParaRPr lang="ko-KR" altLang="en-US" sz="2000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C2CECF-ED2C-CE04-B781-CEDBE92C7008}"/>
              </a:ext>
            </a:extLst>
          </p:cNvPr>
          <p:cNvSpPr/>
          <p:nvPr/>
        </p:nvSpPr>
        <p:spPr>
          <a:xfrm>
            <a:off x="8101263" y="1724526"/>
            <a:ext cx="1548063" cy="423511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A65F63-AB5F-E0B2-DC2B-62EA97E89AFF}"/>
              </a:ext>
            </a:extLst>
          </p:cNvPr>
          <p:cNvSpPr/>
          <p:nvPr/>
        </p:nvSpPr>
        <p:spPr>
          <a:xfrm>
            <a:off x="8101263" y="2870161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C93A41-5CBB-1550-8C16-9E41712D9C0C}"/>
              </a:ext>
            </a:extLst>
          </p:cNvPr>
          <p:cNvSpPr/>
          <p:nvPr/>
        </p:nvSpPr>
        <p:spPr>
          <a:xfrm>
            <a:off x="8101263" y="3383508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38CC0A-D40F-4EE9-98D2-59DC4D7E3AE2}"/>
              </a:ext>
            </a:extLst>
          </p:cNvPr>
          <p:cNvSpPr/>
          <p:nvPr/>
        </p:nvSpPr>
        <p:spPr>
          <a:xfrm>
            <a:off x="8101263" y="3896855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1959369-07C2-6A8C-C442-27333ABD822A}"/>
              </a:ext>
            </a:extLst>
          </p:cNvPr>
          <p:cNvSpPr/>
          <p:nvPr/>
        </p:nvSpPr>
        <p:spPr>
          <a:xfrm>
            <a:off x="8101263" y="4410202"/>
            <a:ext cx="1548063" cy="513347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2C7C-43D4-2514-0DA9-B8BD95593863}"/>
              </a:ext>
            </a:extLst>
          </p:cNvPr>
          <p:cNvSpPr txBox="1"/>
          <p:nvPr/>
        </p:nvSpPr>
        <p:spPr>
          <a:xfrm>
            <a:off x="7410048" y="268549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7D3AC-CAF4-5B5E-D251-5E09AD3B3BBD}"/>
              </a:ext>
            </a:extLst>
          </p:cNvPr>
          <p:cNvSpPr txBox="1"/>
          <p:nvPr/>
        </p:nvSpPr>
        <p:spPr>
          <a:xfrm>
            <a:off x="7410048" y="3189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1004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F4FE5D-CAAF-C41F-AE74-E368F61D8908}"/>
              </a:ext>
            </a:extLst>
          </p:cNvPr>
          <p:cNvSpPr txBox="1"/>
          <p:nvPr/>
        </p:nvSpPr>
        <p:spPr>
          <a:xfrm>
            <a:off x="7410048" y="369339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1008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376E3-2194-2617-462B-DA68CD05B68B}"/>
              </a:ext>
            </a:extLst>
          </p:cNvPr>
          <p:cNvSpPr txBox="1"/>
          <p:nvPr/>
        </p:nvSpPr>
        <p:spPr>
          <a:xfrm>
            <a:off x="7410048" y="418794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1012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076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DDF39-EEBE-7E70-B854-107D49256353}"/>
              </a:ext>
            </a:extLst>
          </p:cNvPr>
          <p:cNvSpPr txBox="1"/>
          <p:nvPr/>
        </p:nvSpPr>
        <p:spPr>
          <a:xfrm>
            <a:off x="533400" y="662940"/>
            <a:ext cx="119776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int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int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int 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t = a;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t;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052EFB-131E-F8C2-CCA1-AF520A511CFA}"/>
              </a:ext>
            </a:extLst>
          </p:cNvPr>
          <p:cNvSpPr/>
          <p:nvPr/>
        </p:nvSpPr>
        <p:spPr>
          <a:xfrm>
            <a:off x="2827020" y="88392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EC9F4B-633A-F3A7-BE5D-BDE49A4BC491}"/>
              </a:ext>
            </a:extLst>
          </p:cNvPr>
          <p:cNvSpPr/>
          <p:nvPr/>
        </p:nvSpPr>
        <p:spPr>
          <a:xfrm>
            <a:off x="3922876" y="88392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625430-761D-F2BE-6350-4A78698FEFDC}"/>
              </a:ext>
            </a:extLst>
          </p:cNvPr>
          <p:cNvSpPr/>
          <p:nvPr/>
        </p:nvSpPr>
        <p:spPr>
          <a:xfrm>
            <a:off x="3374236" y="185928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3439C-D248-AAE2-70D4-295D829963D2}"/>
              </a:ext>
            </a:extLst>
          </p:cNvPr>
          <p:cNvSpPr txBox="1"/>
          <p:nvPr/>
        </p:nvSpPr>
        <p:spPr>
          <a:xfrm>
            <a:off x="3017520" y="5105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20DB7-B209-4170-3E1A-CAB710D54335}"/>
              </a:ext>
            </a:extLst>
          </p:cNvPr>
          <p:cNvSpPr txBox="1"/>
          <p:nvPr/>
        </p:nvSpPr>
        <p:spPr>
          <a:xfrm>
            <a:off x="4083454" y="51054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D6FF0-E269-9BC7-2B2D-2FE809390A7E}"/>
              </a:ext>
            </a:extLst>
          </p:cNvPr>
          <p:cNvSpPr txBox="1"/>
          <p:nvPr/>
        </p:nvSpPr>
        <p:spPr>
          <a:xfrm>
            <a:off x="3586730" y="246126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626E6-811A-5D86-5E16-F7F763805EB2}"/>
              </a:ext>
            </a:extLst>
          </p:cNvPr>
          <p:cNvSpPr txBox="1"/>
          <p:nvPr/>
        </p:nvSpPr>
        <p:spPr>
          <a:xfrm>
            <a:off x="5901786" y="716280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a+b;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a-b;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a-b;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21D51D-C547-6447-3BB0-90EAB8664D0A}"/>
              </a:ext>
            </a:extLst>
          </p:cNvPr>
          <p:cNvSpPr/>
          <p:nvPr/>
        </p:nvSpPr>
        <p:spPr>
          <a:xfrm>
            <a:off x="8195406" y="93726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263096-572D-DB98-2A4B-27DEAC6062D2}"/>
              </a:ext>
            </a:extLst>
          </p:cNvPr>
          <p:cNvSpPr/>
          <p:nvPr/>
        </p:nvSpPr>
        <p:spPr>
          <a:xfrm>
            <a:off x="9291262" y="937260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AB31C9-0AEF-6624-66BE-0B75E44726D7}"/>
              </a:ext>
            </a:extLst>
          </p:cNvPr>
          <p:cNvSpPr txBox="1"/>
          <p:nvPr/>
        </p:nvSpPr>
        <p:spPr>
          <a:xfrm>
            <a:off x="8385906" y="5638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301C5-2542-A499-9A34-53E63A1D772B}"/>
              </a:ext>
            </a:extLst>
          </p:cNvPr>
          <p:cNvSpPr txBox="1"/>
          <p:nvPr/>
        </p:nvSpPr>
        <p:spPr>
          <a:xfrm>
            <a:off x="9451840" y="56388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90C7C6-F905-C799-6215-DEA57AACB8C5}"/>
              </a:ext>
            </a:extLst>
          </p:cNvPr>
          <p:cNvSpPr txBox="1"/>
          <p:nvPr/>
        </p:nvSpPr>
        <p:spPr>
          <a:xfrm>
            <a:off x="689706" y="4027409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a*b;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a/b;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a/b;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E66914-DA47-7FBE-DDC7-85AFD1A1FF1E}"/>
              </a:ext>
            </a:extLst>
          </p:cNvPr>
          <p:cNvSpPr/>
          <p:nvPr/>
        </p:nvSpPr>
        <p:spPr>
          <a:xfrm>
            <a:off x="2983326" y="4248389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C8D4456-41D8-0397-08C9-F82FB9D3D138}"/>
              </a:ext>
            </a:extLst>
          </p:cNvPr>
          <p:cNvSpPr/>
          <p:nvPr/>
        </p:nvSpPr>
        <p:spPr>
          <a:xfrm>
            <a:off x="4079182" y="4248389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DD70BF-11A6-6056-B0EE-E8391B4707DC}"/>
              </a:ext>
            </a:extLst>
          </p:cNvPr>
          <p:cNvSpPr txBox="1"/>
          <p:nvPr/>
        </p:nvSpPr>
        <p:spPr>
          <a:xfrm>
            <a:off x="3173826" y="3875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CB923A-A162-4845-C6C1-48333AF79D13}"/>
              </a:ext>
            </a:extLst>
          </p:cNvPr>
          <p:cNvSpPr txBox="1"/>
          <p:nvPr/>
        </p:nvSpPr>
        <p:spPr>
          <a:xfrm>
            <a:off x="4239760" y="38750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5966366" y="3865425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a^b;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= a^b;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= a^b;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FEA8A-2314-D4EA-49FE-1CE6453DB64A}"/>
              </a:ext>
            </a:extLst>
          </p:cNvPr>
          <p:cNvSpPr/>
          <p:nvPr/>
        </p:nvSpPr>
        <p:spPr>
          <a:xfrm>
            <a:off x="8259986" y="408640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F8415B-364A-2816-B7F0-CCE9DB95BF02}"/>
              </a:ext>
            </a:extLst>
          </p:cNvPr>
          <p:cNvSpPr/>
          <p:nvPr/>
        </p:nvSpPr>
        <p:spPr>
          <a:xfrm>
            <a:off x="9455774" y="408235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78F54-903F-213B-1F02-2F3A1A256F21}"/>
              </a:ext>
            </a:extLst>
          </p:cNvPr>
          <p:cNvSpPr txBox="1"/>
          <p:nvPr/>
        </p:nvSpPr>
        <p:spPr>
          <a:xfrm>
            <a:off x="8450486" y="37130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56CF82-BE2B-CD65-291D-5AE4A4D27F14}"/>
              </a:ext>
            </a:extLst>
          </p:cNvPr>
          <p:cNvSpPr txBox="1"/>
          <p:nvPr/>
        </p:nvSpPr>
        <p:spPr>
          <a:xfrm>
            <a:off x="9516420" y="37130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BC33CB-5C77-67E7-76D3-4E55EA0C601B}"/>
              </a:ext>
            </a:extLst>
          </p:cNvPr>
          <p:cNvSpPr txBox="1"/>
          <p:nvPr/>
        </p:nvSpPr>
        <p:spPr>
          <a:xfrm>
            <a:off x="10378440" y="3002280"/>
            <a:ext cx="14510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688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944786" y="992685"/>
            <a:ext cx="13244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^= b;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 ^= a;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 ^= 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FEA8A-2314-D4EA-49FE-1CE6453DB64A}"/>
              </a:ext>
            </a:extLst>
          </p:cNvPr>
          <p:cNvSpPr/>
          <p:nvPr/>
        </p:nvSpPr>
        <p:spPr>
          <a:xfrm>
            <a:off x="3238406" y="121366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F8415B-364A-2816-B7F0-CCE9DB95BF02}"/>
              </a:ext>
            </a:extLst>
          </p:cNvPr>
          <p:cNvSpPr/>
          <p:nvPr/>
        </p:nvSpPr>
        <p:spPr>
          <a:xfrm>
            <a:off x="4434194" y="120961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78F54-903F-213B-1F02-2F3A1A256F21}"/>
              </a:ext>
            </a:extLst>
          </p:cNvPr>
          <p:cNvSpPr txBox="1"/>
          <p:nvPr/>
        </p:nvSpPr>
        <p:spPr>
          <a:xfrm>
            <a:off x="3428906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56CF82-BE2B-CD65-291D-5AE4A4D27F14}"/>
              </a:ext>
            </a:extLst>
          </p:cNvPr>
          <p:cNvSpPr txBox="1"/>
          <p:nvPr/>
        </p:nvSpPr>
        <p:spPr>
          <a:xfrm>
            <a:off x="4494840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BC33CB-5C77-67E7-76D3-4E55EA0C601B}"/>
              </a:ext>
            </a:extLst>
          </p:cNvPr>
          <p:cNvSpPr txBox="1"/>
          <p:nvPr/>
        </p:nvSpPr>
        <p:spPr>
          <a:xfrm>
            <a:off x="5356860" y="129540"/>
            <a:ext cx="14510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84B28-74F2-CECE-07A9-63A0DBAD86AA}"/>
              </a:ext>
            </a:extLst>
          </p:cNvPr>
          <p:cNvSpPr txBox="1"/>
          <p:nvPr/>
        </p:nvSpPr>
        <p:spPr>
          <a:xfrm>
            <a:off x="944786" y="4086405"/>
            <a:ext cx="28440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char a=3;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char b=4;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if(a!=b)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a ^= b ^= a ^= b;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6271AF-7936-37D8-A8D4-D0D405B2547A}"/>
              </a:ext>
            </a:extLst>
          </p:cNvPr>
          <p:cNvSpPr/>
          <p:nvPr/>
        </p:nvSpPr>
        <p:spPr>
          <a:xfrm>
            <a:off x="3238406" y="430738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23CF08-9FE7-0BCA-9F63-686AFAD6E2BA}"/>
              </a:ext>
            </a:extLst>
          </p:cNvPr>
          <p:cNvSpPr/>
          <p:nvPr/>
        </p:nvSpPr>
        <p:spPr>
          <a:xfrm>
            <a:off x="4434194" y="430333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18A3D1-27AF-E8C5-2DE7-C5711BBA1403}"/>
              </a:ext>
            </a:extLst>
          </p:cNvPr>
          <p:cNvSpPr txBox="1"/>
          <p:nvPr/>
        </p:nvSpPr>
        <p:spPr>
          <a:xfrm>
            <a:off x="3428906" y="39340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74FD91-165B-8987-E499-F2EC6F1B64A7}"/>
              </a:ext>
            </a:extLst>
          </p:cNvPr>
          <p:cNvSpPr txBox="1"/>
          <p:nvPr/>
        </p:nvSpPr>
        <p:spPr>
          <a:xfrm>
            <a:off x="4494840" y="39340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B0B230-0117-A728-B1E3-094C219A9EAC}"/>
              </a:ext>
            </a:extLst>
          </p:cNvPr>
          <p:cNvSpPr txBox="1"/>
          <p:nvPr/>
        </p:nvSpPr>
        <p:spPr>
          <a:xfrm>
            <a:off x="5356860" y="3223260"/>
            <a:ext cx="14510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0011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0111 ^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----------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0100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69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944786" y="992685"/>
            <a:ext cx="14510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a:=3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b:=4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a, b = b,a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2EFEA8A-2314-D4EA-49FE-1CE6453DB64A}"/>
              </a:ext>
            </a:extLst>
          </p:cNvPr>
          <p:cNvSpPr/>
          <p:nvPr/>
        </p:nvSpPr>
        <p:spPr>
          <a:xfrm>
            <a:off x="3238406" y="1213665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AF8415B-364A-2816-B7F0-CCE9DB95BF02}"/>
              </a:ext>
            </a:extLst>
          </p:cNvPr>
          <p:cNvSpPr/>
          <p:nvPr/>
        </p:nvSpPr>
        <p:spPr>
          <a:xfrm>
            <a:off x="4434194" y="1209617"/>
            <a:ext cx="632460" cy="6019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478F54-903F-213B-1F02-2F3A1A256F21}"/>
              </a:ext>
            </a:extLst>
          </p:cNvPr>
          <p:cNvSpPr txBox="1"/>
          <p:nvPr/>
        </p:nvSpPr>
        <p:spPr>
          <a:xfrm>
            <a:off x="3428906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a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56CF82-BE2B-CD65-291D-5AE4A4D27F14}"/>
              </a:ext>
            </a:extLst>
          </p:cNvPr>
          <p:cNvSpPr txBox="1"/>
          <p:nvPr/>
        </p:nvSpPr>
        <p:spPr>
          <a:xfrm>
            <a:off x="4494840" y="84028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b</a:t>
            </a:r>
            <a:endParaRPr lang="ko-KR" altLang="en-US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095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441866" y="200205"/>
            <a:ext cx="4496744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 := map[string]int{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"apple":  100,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"banana": 200,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m["cherry"] = 300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조회 </a:t>
            </a:r>
            <a:r>
              <a:rPr lang="en-US" altLang="ko-KR">
                <a:latin typeface="Consolas" panose="020B0609020204030204" pitchFamily="49" charset="0"/>
              </a:rPr>
              <a:t>— </a:t>
            </a:r>
            <a:r>
              <a:rPr lang="ko-KR" altLang="en-US">
                <a:latin typeface="Consolas" panose="020B0609020204030204" pitchFamily="49" charset="0"/>
              </a:rPr>
              <a:t>두 값 반환 </a:t>
            </a:r>
            <a:r>
              <a:rPr lang="en-US" altLang="ko-KR">
                <a:latin typeface="Consolas" panose="020B0609020204030204" pitchFamily="49" charset="0"/>
              </a:rPr>
              <a:t>(</a:t>
            </a:r>
            <a:r>
              <a:rPr lang="ko-KR" altLang="en-US">
                <a:latin typeface="Consolas" panose="020B0609020204030204" pitchFamily="49" charset="0"/>
              </a:rPr>
              <a:t>값</a:t>
            </a:r>
            <a:r>
              <a:rPr lang="en-US" altLang="ko-KR">
                <a:latin typeface="Consolas" panose="020B0609020204030204" pitchFamily="49" charset="0"/>
              </a:rPr>
              <a:t>, </a:t>
            </a:r>
            <a:r>
              <a:rPr lang="ko-KR" altLang="en-US">
                <a:latin typeface="Consolas" panose="020B0609020204030204" pitchFamily="49" charset="0"/>
              </a:rPr>
              <a:t>존재 여부</a:t>
            </a:r>
            <a:r>
              <a:rPr lang="en-US" altLang="ko-KR">
                <a:latin typeface="Consolas" panose="020B0609020204030204" pitchFamily="49" charset="0"/>
              </a:rPr>
              <a:t>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if v, ok := m["apple"]; ok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fmt.Println("apple:",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삭제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delete(m, "banana")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// </a:t>
            </a:r>
            <a:r>
              <a:rPr lang="ko-KR" altLang="en-US">
                <a:latin typeface="Consolas" panose="020B0609020204030204" pitchFamily="49" charset="0"/>
              </a:rPr>
              <a:t>순회 </a:t>
            </a:r>
            <a:r>
              <a:rPr lang="en-US" altLang="ko-KR">
                <a:latin typeface="Consolas" panose="020B0609020204030204" pitchFamily="49" charset="0"/>
              </a:rPr>
              <a:t>— </a:t>
            </a:r>
            <a:r>
              <a:rPr lang="ko-KR" altLang="en-US">
                <a:latin typeface="Consolas" panose="020B0609020204030204" pitchFamily="49" charset="0"/>
              </a:rPr>
              <a:t>순서는 매번 다름</a:t>
            </a:r>
            <a:r>
              <a:rPr lang="en-US" altLang="ko-KR">
                <a:latin typeface="Consolas" panose="020B0609020204030204" pitchFamily="49" charset="0"/>
              </a:rPr>
              <a:t>!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for k, v := range m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fmt.Printf("%s = %d\n", k,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15918B2-6FF5-0D77-E7A4-291075AB5845}"/>
              </a:ext>
            </a:extLst>
          </p:cNvPr>
          <p:cNvSpPr/>
          <p:nvPr/>
        </p:nvSpPr>
        <p:spPr>
          <a:xfrm>
            <a:off x="6431280" y="105918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"banana"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8BEB5C-9DAC-0561-BF87-12FB77380C70}"/>
              </a:ext>
            </a:extLst>
          </p:cNvPr>
          <p:cNvSpPr/>
          <p:nvPr/>
        </p:nvSpPr>
        <p:spPr>
          <a:xfrm>
            <a:off x="9235440" y="1609905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BF98481-B747-6E90-665F-794870668FAF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7840980" y="1303020"/>
            <a:ext cx="1394460" cy="550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E01D1D-2CBD-D6DB-15E2-C7E091EBB205}"/>
              </a:ext>
            </a:extLst>
          </p:cNvPr>
          <p:cNvSpPr txBox="1"/>
          <p:nvPr/>
        </p:nvSpPr>
        <p:spPr>
          <a:xfrm>
            <a:off x="6931373" y="6306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E9FBBB6-81E7-560F-B98D-54349C9ABD7A}"/>
              </a:ext>
            </a:extLst>
          </p:cNvPr>
          <p:cNvSpPr/>
          <p:nvPr/>
        </p:nvSpPr>
        <p:spPr>
          <a:xfrm>
            <a:off x="6431280" y="154686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"cherry"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2689AD-C936-9393-3EA8-0B75B5E55BDF}"/>
              </a:ext>
            </a:extLst>
          </p:cNvPr>
          <p:cNvSpPr/>
          <p:nvPr/>
        </p:nvSpPr>
        <p:spPr>
          <a:xfrm>
            <a:off x="9235440" y="264831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EB6F868-CC8B-A15F-5D00-A34EA26DA205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7840980" y="1790700"/>
            <a:ext cx="1394460" cy="1101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906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441866" y="200205"/>
            <a:ext cx="8416086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func main()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1. </a:t>
            </a:r>
            <a:r>
              <a:rPr lang="ko-KR" altLang="en-US">
                <a:latin typeface="Consolas" panose="020B0609020204030204" pitchFamily="49" charset="0"/>
              </a:rPr>
              <a:t>슬라이스 기본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nums := []int{10, 20, 30}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nums = append(nums, 40, 50)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fmt.Println("nums:", nums)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fmt.Println("len:", len(nums), "cap:", cap(nums))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2. </a:t>
            </a:r>
            <a:r>
              <a:rPr lang="ko-KR" altLang="en-US">
                <a:latin typeface="Consolas" panose="020B0609020204030204" pitchFamily="49" charset="0"/>
              </a:rPr>
              <a:t>슬라이싱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sub := nums[1:4]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fmt.Println("sub:", sub)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3. </a:t>
            </a:r>
            <a:r>
              <a:rPr lang="ko-KR" altLang="en-US">
                <a:latin typeface="Consolas" panose="020B0609020204030204" pitchFamily="49" charset="0"/>
              </a:rPr>
              <a:t>합계 함수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fmt.Println("sum:", sum(nums))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// 4. </a:t>
            </a:r>
            <a:r>
              <a:rPr lang="ko-KR" altLang="en-US">
                <a:latin typeface="Consolas" panose="020B0609020204030204" pitchFamily="49" charset="0"/>
              </a:rPr>
              <a:t>맵으로 단어 빈도수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text := []string{"go", "is", "fun", "go", "is", "fast", "go"}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count := wordCount(text)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k, v := range count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fmt.Printf("%s: %d\n", k,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7DB554-80B6-DC7D-9FBA-BBBA6551E81B}"/>
              </a:ext>
            </a:extLst>
          </p:cNvPr>
          <p:cNvSpPr/>
          <p:nvPr/>
        </p:nvSpPr>
        <p:spPr>
          <a:xfrm>
            <a:off x="700278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AB53F6-5A85-B059-9C21-2D5DACAC440C}"/>
              </a:ext>
            </a:extLst>
          </p:cNvPr>
          <p:cNvSpPr/>
          <p:nvPr/>
        </p:nvSpPr>
        <p:spPr>
          <a:xfrm>
            <a:off x="774954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BCF113-419C-3B6E-58D5-B9B76E6819A3}"/>
              </a:ext>
            </a:extLst>
          </p:cNvPr>
          <p:cNvSpPr/>
          <p:nvPr/>
        </p:nvSpPr>
        <p:spPr>
          <a:xfrm>
            <a:off x="849630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846F5-5580-ADD5-2DAF-97214CCB2F3B}"/>
              </a:ext>
            </a:extLst>
          </p:cNvPr>
          <p:cNvSpPr txBox="1"/>
          <p:nvPr/>
        </p:nvSpPr>
        <p:spPr>
          <a:xfrm>
            <a:off x="7002780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D5669-34D3-A698-386C-452BC1E6BF62}"/>
              </a:ext>
            </a:extLst>
          </p:cNvPr>
          <p:cNvSpPr txBox="1"/>
          <p:nvPr/>
        </p:nvSpPr>
        <p:spPr>
          <a:xfrm>
            <a:off x="790519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FBF1-76D7-4603-5A58-5EC566178224}"/>
              </a:ext>
            </a:extLst>
          </p:cNvPr>
          <p:cNvSpPr txBox="1"/>
          <p:nvPr/>
        </p:nvSpPr>
        <p:spPr>
          <a:xfrm>
            <a:off x="862568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620B-47C3-B47A-C766-68CD7E433384}"/>
              </a:ext>
            </a:extLst>
          </p:cNvPr>
          <p:cNvSpPr/>
          <p:nvPr/>
        </p:nvSpPr>
        <p:spPr>
          <a:xfrm>
            <a:off x="8126172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B7F1F-6BA3-5393-62A2-B220D5ACDBEF}"/>
              </a:ext>
            </a:extLst>
          </p:cNvPr>
          <p:cNvSpPr/>
          <p:nvPr/>
        </p:nvSpPr>
        <p:spPr>
          <a:xfrm>
            <a:off x="8602980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82B18E-B196-7B85-86DA-82692D34F105}"/>
              </a:ext>
            </a:extLst>
          </p:cNvPr>
          <p:cNvSpPr/>
          <p:nvPr/>
        </p:nvSpPr>
        <p:spPr>
          <a:xfrm>
            <a:off x="9079788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469C94D-9E93-E4EE-2F5D-FF4EB3087270}"/>
              </a:ext>
            </a:extLst>
          </p:cNvPr>
          <p:cNvCxnSpPr>
            <a:stCxn id="2" idx="2"/>
            <a:endCxn id="12" idx="0"/>
          </p:cNvCxnSpPr>
          <p:nvPr/>
        </p:nvCxnSpPr>
        <p:spPr>
          <a:xfrm>
            <a:off x="7376160" y="982980"/>
            <a:ext cx="988416" cy="662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E37E65-2228-4BE8-90ED-1F8FDFAC32B3}"/>
              </a:ext>
            </a:extLst>
          </p:cNvPr>
          <p:cNvSpPr/>
          <p:nvPr/>
        </p:nvSpPr>
        <p:spPr>
          <a:xfrm>
            <a:off x="9560546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D85DCF-883B-BD3B-CAA3-46FEA6D87E67}"/>
              </a:ext>
            </a:extLst>
          </p:cNvPr>
          <p:cNvSpPr/>
          <p:nvPr/>
        </p:nvSpPr>
        <p:spPr>
          <a:xfrm>
            <a:off x="10037354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C10000-D282-27B2-7540-61E6803F4B25}"/>
              </a:ext>
            </a:extLst>
          </p:cNvPr>
          <p:cNvSpPr/>
          <p:nvPr/>
        </p:nvSpPr>
        <p:spPr>
          <a:xfrm>
            <a:off x="10514162" y="164592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8C44A7-D748-B289-B2C4-40B84D8BDF7C}"/>
              </a:ext>
            </a:extLst>
          </p:cNvPr>
          <p:cNvSpPr txBox="1"/>
          <p:nvPr/>
        </p:nvSpPr>
        <p:spPr>
          <a:xfrm>
            <a:off x="6446780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num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597D36-7767-C9D3-2CAF-D5EBDE3C427A}"/>
              </a:ext>
            </a:extLst>
          </p:cNvPr>
          <p:cNvSpPr/>
          <p:nvPr/>
        </p:nvSpPr>
        <p:spPr>
          <a:xfrm>
            <a:off x="987031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5AFC170-D57C-7C7E-459C-DDC5355C8D63}"/>
              </a:ext>
            </a:extLst>
          </p:cNvPr>
          <p:cNvSpPr/>
          <p:nvPr/>
        </p:nvSpPr>
        <p:spPr>
          <a:xfrm>
            <a:off x="1061707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A9929C-6D49-921D-2BD7-08C346911F87}"/>
              </a:ext>
            </a:extLst>
          </p:cNvPr>
          <p:cNvSpPr/>
          <p:nvPr/>
        </p:nvSpPr>
        <p:spPr>
          <a:xfrm>
            <a:off x="1136383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C4A9EA-4A79-2D59-934A-ACD394CC3EE3}"/>
              </a:ext>
            </a:extLst>
          </p:cNvPr>
          <p:cNvSpPr txBox="1"/>
          <p:nvPr/>
        </p:nvSpPr>
        <p:spPr>
          <a:xfrm>
            <a:off x="9870316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8AF87-31AB-B7F2-1FB8-7913698C5565}"/>
              </a:ext>
            </a:extLst>
          </p:cNvPr>
          <p:cNvSpPr txBox="1"/>
          <p:nvPr/>
        </p:nvSpPr>
        <p:spPr>
          <a:xfrm>
            <a:off x="1077272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8BEFC-0B47-6A16-19EE-F4D66B64B36D}"/>
              </a:ext>
            </a:extLst>
          </p:cNvPr>
          <p:cNvSpPr txBox="1"/>
          <p:nvPr/>
        </p:nvSpPr>
        <p:spPr>
          <a:xfrm>
            <a:off x="1149321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C4A7C0-7E91-245F-CC28-410BEE78D621}"/>
              </a:ext>
            </a:extLst>
          </p:cNvPr>
          <p:cNvSpPr txBox="1"/>
          <p:nvPr/>
        </p:nvSpPr>
        <p:spPr>
          <a:xfrm>
            <a:off x="9314316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sun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1D07742-9698-4CC2-CF9B-B1362142EB49}"/>
              </a:ext>
            </a:extLst>
          </p:cNvPr>
          <p:cNvCxnSpPr>
            <a:cxnSpLocks/>
            <a:stCxn id="28" idx="2"/>
            <a:endCxn id="14" idx="0"/>
          </p:cNvCxnSpPr>
          <p:nvPr/>
        </p:nvCxnSpPr>
        <p:spPr>
          <a:xfrm flipH="1">
            <a:off x="8841384" y="982980"/>
            <a:ext cx="1402312" cy="662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D8FAC8-5A50-B347-93C2-F9C58BD541D0}"/>
              </a:ext>
            </a:extLst>
          </p:cNvPr>
          <p:cNvSpPr/>
          <p:nvPr/>
        </p:nvSpPr>
        <p:spPr>
          <a:xfrm>
            <a:off x="8602980" y="1645920"/>
            <a:ext cx="1434374" cy="43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243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441866" y="200205"/>
            <a:ext cx="33505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func sum(s []int) 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total := 0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_, v := range s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total += v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total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7DB554-80B6-DC7D-9FBA-BBBA6551E81B}"/>
              </a:ext>
            </a:extLst>
          </p:cNvPr>
          <p:cNvSpPr/>
          <p:nvPr/>
        </p:nvSpPr>
        <p:spPr>
          <a:xfrm>
            <a:off x="700278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AB53F6-5A85-B059-9C21-2D5DACAC440C}"/>
              </a:ext>
            </a:extLst>
          </p:cNvPr>
          <p:cNvSpPr/>
          <p:nvPr/>
        </p:nvSpPr>
        <p:spPr>
          <a:xfrm>
            <a:off x="774954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BCF113-419C-3B6E-58D5-B9B76E6819A3}"/>
              </a:ext>
            </a:extLst>
          </p:cNvPr>
          <p:cNvSpPr/>
          <p:nvPr/>
        </p:nvSpPr>
        <p:spPr>
          <a:xfrm>
            <a:off x="849630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846F5-5580-ADD5-2DAF-97214CCB2F3B}"/>
              </a:ext>
            </a:extLst>
          </p:cNvPr>
          <p:cNvSpPr txBox="1"/>
          <p:nvPr/>
        </p:nvSpPr>
        <p:spPr>
          <a:xfrm>
            <a:off x="7002780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D5669-34D3-A698-386C-452BC1E6BF62}"/>
              </a:ext>
            </a:extLst>
          </p:cNvPr>
          <p:cNvSpPr txBox="1"/>
          <p:nvPr/>
        </p:nvSpPr>
        <p:spPr>
          <a:xfrm>
            <a:off x="790519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FBF1-76D7-4603-5A58-5EC566178224}"/>
              </a:ext>
            </a:extLst>
          </p:cNvPr>
          <p:cNvSpPr txBox="1"/>
          <p:nvPr/>
        </p:nvSpPr>
        <p:spPr>
          <a:xfrm>
            <a:off x="862568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724620B-47C3-B47A-C766-68CD7E433384}"/>
              </a:ext>
            </a:extLst>
          </p:cNvPr>
          <p:cNvSpPr/>
          <p:nvPr/>
        </p:nvSpPr>
        <p:spPr>
          <a:xfrm>
            <a:off x="8270438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DB7F1F-6BA3-5393-62A2-B220D5ACDBEF}"/>
              </a:ext>
            </a:extLst>
          </p:cNvPr>
          <p:cNvSpPr/>
          <p:nvPr/>
        </p:nvSpPr>
        <p:spPr>
          <a:xfrm>
            <a:off x="8747246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82B18E-B196-7B85-86DA-82692D34F105}"/>
              </a:ext>
            </a:extLst>
          </p:cNvPr>
          <p:cNvSpPr/>
          <p:nvPr/>
        </p:nvSpPr>
        <p:spPr>
          <a:xfrm>
            <a:off x="9224054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469C94D-9E93-E4EE-2F5D-FF4EB3087270}"/>
              </a:ext>
            </a:extLst>
          </p:cNvPr>
          <p:cNvCxnSpPr>
            <a:stCxn id="2" idx="2"/>
            <a:endCxn id="12" idx="0"/>
          </p:cNvCxnSpPr>
          <p:nvPr/>
        </p:nvCxnSpPr>
        <p:spPr>
          <a:xfrm>
            <a:off x="7376160" y="982980"/>
            <a:ext cx="1132682" cy="201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E37E65-2228-4BE8-90ED-1F8FDFAC32B3}"/>
              </a:ext>
            </a:extLst>
          </p:cNvPr>
          <p:cNvSpPr/>
          <p:nvPr/>
        </p:nvSpPr>
        <p:spPr>
          <a:xfrm>
            <a:off x="9704812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40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D85DCF-883B-BD3B-CAA3-46FEA6D87E67}"/>
              </a:ext>
            </a:extLst>
          </p:cNvPr>
          <p:cNvSpPr/>
          <p:nvPr/>
        </p:nvSpPr>
        <p:spPr>
          <a:xfrm>
            <a:off x="10181620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C10000-D282-27B2-7540-61E6803F4B25}"/>
              </a:ext>
            </a:extLst>
          </p:cNvPr>
          <p:cNvSpPr/>
          <p:nvPr/>
        </p:nvSpPr>
        <p:spPr>
          <a:xfrm>
            <a:off x="10658428" y="2994660"/>
            <a:ext cx="476808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8C44A7-D748-B289-B2C4-40B84D8BDF7C}"/>
              </a:ext>
            </a:extLst>
          </p:cNvPr>
          <p:cNvSpPr txBox="1"/>
          <p:nvPr/>
        </p:nvSpPr>
        <p:spPr>
          <a:xfrm>
            <a:off x="6446780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num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C597D36-7767-C9D3-2CAF-D5EBDE3C427A}"/>
              </a:ext>
            </a:extLst>
          </p:cNvPr>
          <p:cNvSpPr/>
          <p:nvPr/>
        </p:nvSpPr>
        <p:spPr>
          <a:xfrm>
            <a:off x="987031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5AFC170-D57C-7C7E-459C-DDC5355C8D63}"/>
              </a:ext>
            </a:extLst>
          </p:cNvPr>
          <p:cNvSpPr/>
          <p:nvPr/>
        </p:nvSpPr>
        <p:spPr>
          <a:xfrm>
            <a:off x="1061707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BA9929C-6D49-921D-2BD7-08C346911F87}"/>
              </a:ext>
            </a:extLst>
          </p:cNvPr>
          <p:cNvSpPr/>
          <p:nvPr/>
        </p:nvSpPr>
        <p:spPr>
          <a:xfrm>
            <a:off x="11363836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C4A9EA-4A79-2D59-934A-ACD394CC3EE3}"/>
              </a:ext>
            </a:extLst>
          </p:cNvPr>
          <p:cNvSpPr txBox="1"/>
          <p:nvPr/>
        </p:nvSpPr>
        <p:spPr>
          <a:xfrm>
            <a:off x="9870316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C8AF87-31AB-B7F2-1FB8-7913698C5565}"/>
              </a:ext>
            </a:extLst>
          </p:cNvPr>
          <p:cNvSpPr txBox="1"/>
          <p:nvPr/>
        </p:nvSpPr>
        <p:spPr>
          <a:xfrm>
            <a:off x="1077272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88BEFC-0B47-6A16-19EE-F4D66B64B36D}"/>
              </a:ext>
            </a:extLst>
          </p:cNvPr>
          <p:cNvSpPr txBox="1"/>
          <p:nvPr/>
        </p:nvSpPr>
        <p:spPr>
          <a:xfrm>
            <a:off x="11493218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C4A7C0-7E91-245F-CC28-410BEE78D621}"/>
              </a:ext>
            </a:extLst>
          </p:cNvPr>
          <p:cNvSpPr txBox="1"/>
          <p:nvPr/>
        </p:nvSpPr>
        <p:spPr>
          <a:xfrm>
            <a:off x="9314316" y="53167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sun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1D07742-9698-4CC2-CF9B-B1362142EB49}"/>
              </a:ext>
            </a:extLst>
          </p:cNvPr>
          <p:cNvCxnSpPr>
            <a:cxnSpLocks/>
            <a:stCxn id="28" idx="2"/>
            <a:endCxn id="14" idx="0"/>
          </p:cNvCxnSpPr>
          <p:nvPr/>
        </p:nvCxnSpPr>
        <p:spPr>
          <a:xfrm flipH="1">
            <a:off x="8985650" y="982980"/>
            <a:ext cx="1258046" cy="201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4D8FAC8-5A50-B347-93C2-F9C58BD541D0}"/>
              </a:ext>
            </a:extLst>
          </p:cNvPr>
          <p:cNvSpPr/>
          <p:nvPr/>
        </p:nvSpPr>
        <p:spPr>
          <a:xfrm>
            <a:off x="8747246" y="2994660"/>
            <a:ext cx="1434374" cy="4343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62F44D-0D53-DAB7-285D-B03D8F7E356E}"/>
              </a:ext>
            </a:extLst>
          </p:cNvPr>
          <p:cNvSpPr/>
          <p:nvPr/>
        </p:nvSpPr>
        <p:spPr>
          <a:xfrm>
            <a:off x="5517838" y="182767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08FAE1-0CCE-2CB5-C07B-14B8178CE4D4}"/>
              </a:ext>
            </a:extLst>
          </p:cNvPr>
          <p:cNvSpPr/>
          <p:nvPr/>
        </p:nvSpPr>
        <p:spPr>
          <a:xfrm>
            <a:off x="6264598" y="182767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5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629D848-BCE3-170F-0D14-538C18650CF3}"/>
              </a:ext>
            </a:extLst>
          </p:cNvPr>
          <p:cNvSpPr/>
          <p:nvPr/>
        </p:nvSpPr>
        <p:spPr>
          <a:xfrm>
            <a:off x="7011358" y="182767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2E9BD2-52B8-C0F4-4BE2-5F0BC61347C2}"/>
              </a:ext>
            </a:extLst>
          </p:cNvPr>
          <p:cNvSpPr txBox="1"/>
          <p:nvPr/>
        </p:nvSpPr>
        <p:spPr>
          <a:xfrm>
            <a:off x="5517838" y="14792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A06AD-C45C-DA78-05C4-9FDF77F3363D}"/>
              </a:ext>
            </a:extLst>
          </p:cNvPr>
          <p:cNvSpPr txBox="1"/>
          <p:nvPr/>
        </p:nvSpPr>
        <p:spPr>
          <a:xfrm>
            <a:off x="6420250" y="14792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BACC78-778D-CCD2-C3EB-21B45F45C7FA}"/>
              </a:ext>
            </a:extLst>
          </p:cNvPr>
          <p:cNvSpPr txBox="1"/>
          <p:nvPr/>
        </p:nvSpPr>
        <p:spPr>
          <a:xfrm>
            <a:off x="7140740" y="147923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33544F-CFE5-7BB3-8DA4-4E88D4EF2AA2}"/>
              </a:ext>
            </a:extLst>
          </p:cNvPr>
          <p:cNvSpPr txBox="1"/>
          <p:nvPr/>
        </p:nvSpPr>
        <p:spPr>
          <a:xfrm>
            <a:off x="5166520" y="186017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s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3535845-2748-1B51-7A2B-000C1C23F0B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5891218" y="2262010"/>
            <a:ext cx="2617624" cy="732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299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F3B90B14-A777-CB32-31AA-CB5502B172AC}"/>
              </a:ext>
            </a:extLst>
          </p:cNvPr>
          <p:cNvSpPr txBox="1"/>
          <p:nvPr/>
        </p:nvSpPr>
        <p:spPr>
          <a:xfrm>
            <a:off x="-355242" y="310992"/>
            <a:ext cx="613661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>
                <a:latin typeface="Consolas" panose="020B0609020204030204" pitchFamily="49" charset="0"/>
              </a:rPr>
              <a:t> </a:t>
            </a:r>
            <a:r>
              <a:rPr lang="en-US" altLang="ko-KR">
                <a:latin typeface="Consolas" panose="020B0609020204030204" pitchFamily="49" charset="0"/>
              </a:rPr>
              <a:t>// 4. </a:t>
            </a:r>
            <a:r>
              <a:rPr lang="ko-KR" altLang="en-US">
                <a:latin typeface="Consolas" panose="020B0609020204030204" pitchFamily="49" charset="0"/>
              </a:rPr>
              <a:t>맵으로 단어 빈도수</a:t>
            </a:r>
          </a:p>
          <a:p>
            <a:pPr algn="l"/>
            <a:r>
              <a:rPr lang="ko-KR" altLang="en-US">
                <a:latin typeface="Consolas" panose="020B0609020204030204" pitchFamily="49" charset="0"/>
              </a:rPr>
              <a:t>    </a:t>
            </a:r>
            <a:r>
              <a:rPr lang="en-US" altLang="ko-KR">
                <a:latin typeface="Consolas" panose="020B0609020204030204" pitchFamily="49" charset="0"/>
              </a:rPr>
              <a:t>text := []string{"go", "is", "fun", "go", 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             "is", "fast", "go"}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count := wordCount(text)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k, v := range count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fmt.Printf("%s: %d\n", k, v)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func wordCount(words []string) map[string]int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m := make(map[string]int)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for _, w := range words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m[w]++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m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7DB554-80B6-DC7D-9FBA-BBBA6551E81B}"/>
              </a:ext>
            </a:extLst>
          </p:cNvPr>
          <p:cNvSpPr/>
          <p:nvPr/>
        </p:nvSpPr>
        <p:spPr>
          <a:xfrm>
            <a:off x="700278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AB53F6-5A85-B059-9C21-2D5DACAC440C}"/>
              </a:ext>
            </a:extLst>
          </p:cNvPr>
          <p:cNvSpPr/>
          <p:nvPr/>
        </p:nvSpPr>
        <p:spPr>
          <a:xfrm>
            <a:off x="774954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BCF113-419C-3B6E-58D5-B9B76E6819A3}"/>
              </a:ext>
            </a:extLst>
          </p:cNvPr>
          <p:cNvSpPr/>
          <p:nvPr/>
        </p:nvSpPr>
        <p:spPr>
          <a:xfrm>
            <a:off x="8496300" y="548640"/>
            <a:ext cx="746760" cy="43434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7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846F5-5580-ADD5-2DAF-97214CCB2F3B}"/>
              </a:ext>
            </a:extLst>
          </p:cNvPr>
          <p:cNvSpPr txBox="1"/>
          <p:nvPr/>
        </p:nvSpPr>
        <p:spPr>
          <a:xfrm>
            <a:off x="7002780" y="20020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p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D5669-34D3-A698-386C-452BC1E6BF62}"/>
              </a:ext>
            </a:extLst>
          </p:cNvPr>
          <p:cNvSpPr txBox="1"/>
          <p:nvPr/>
        </p:nvSpPr>
        <p:spPr>
          <a:xfrm>
            <a:off x="790519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len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FBF1-76D7-4603-5A58-5EC566178224}"/>
              </a:ext>
            </a:extLst>
          </p:cNvPr>
          <p:cNvSpPr txBox="1"/>
          <p:nvPr/>
        </p:nvSpPr>
        <p:spPr>
          <a:xfrm>
            <a:off x="8625682" y="20020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cap</a:t>
            </a:r>
            <a:endParaRPr lang="ko-KR" altLang="en-US">
              <a:latin typeface="Consolas" panose="020B0609020204030204" pitchFamily="49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469C94D-9E93-E4EE-2F5D-FF4EB3087270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 flipH="1">
            <a:off x="6872930" y="982980"/>
            <a:ext cx="503230" cy="8370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C8C44A7-D748-B289-B2C4-40B84D8BDF7C}"/>
              </a:ext>
            </a:extLst>
          </p:cNvPr>
          <p:cNvSpPr txBox="1"/>
          <p:nvPr/>
        </p:nvSpPr>
        <p:spPr>
          <a:xfrm>
            <a:off x="6339338" y="60204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text</a:t>
            </a:r>
            <a:endParaRPr lang="ko-KR" altLang="en-US">
              <a:latin typeface="Consolas" panose="020B0609020204030204" pitchFamily="49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843E312E-0D9D-AFA1-3273-A1C52DFC95F6}"/>
              </a:ext>
            </a:extLst>
          </p:cNvPr>
          <p:cNvGrpSpPr/>
          <p:nvPr/>
        </p:nvGrpSpPr>
        <p:grpSpPr>
          <a:xfrm>
            <a:off x="6418788" y="1820049"/>
            <a:ext cx="6357986" cy="434340"/>
            <a:chOff x="5005850" y="4194155"/>
            <a:chExt cx="6197576" cy="43434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14D13A1-8252-75EC-43A3-8057643D882B}"/>
                </a:ext>
              </a:extLst>
            </p:cNvPr>
            <p:cNvSpPr/>
            <p:nvPr/>
          </p:nvSpPr>
          <p:spPr>
            <a:xfrm>
              <a:off x="5005850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"go"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ED848C19-26C3-2AE5-8F26-758D53001B08}"/>
                </a:ext>
              </a:extLst>
            </p:cNvPr>
            <p:cNvSpPr/>
            <p:nvPr/>
          </p:nvSpPr>
          <p:spPr>
            <a:xfrm>
              <a:off x="5891218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"is"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D25B4B5-C2AD-1BB4-80D6-0EA700E446CB}"/>
                </a:ext>
              </a:extLst>
            </p:cNvPr>
            <p:cNvSpPr/>
            <p:nvPr/>
          </p:nvSpPr>
          <p:spPr>
            <a:xfrm>
              <a:off x="6776586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"fun"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694C606-8ECE-944A-2D95-2057983CDA90}"/>
                </a:ext>
              </a:extLst>
            </p:cNvPr>
            <p:cNvSpPr/>
            <p:nvPr/>
          </p:nvSpPr>
          <p:spPr>
            <a:xfrm>
              <a:off x="7661954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"go"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825DDA3-C2B4-370B-D80B-41670C21AFB3}"/>
                </a:ext>
              </a:extLst>
            </p:cNvPr>
            <p:cNvSpPr/>
            <p:nvPr/>
          </p:nvSpPr>
          <p:spPr>
            <a:xfrm>
              <a:off x="8547322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"is"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7347FAB-FA62-EAE8-9B9A-4BB1964BB265}"/>
                </a:ext>
              </a:extLst>
            </p:cNvPr>
            <p:cNvSpPr/>
            <p:nvPr/>
          </p:nvSpPr>
          <p:spPr>
            <a:xfrm>
              <a:off x="9432690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"fast"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60522EF-D807-5694-4C06-A4E351FB35D1}"/>
                </a:ext>
              </a:extLst>
            </p:cNvPr>
            <p:cNvSpPr/>
            <p:nvPr/>
          </p:nvSpPr>
          <p:spPr>
            <a:xfrm>
              <a:off x="10318058" y="4194155"/>
              <a:ext cx="885368" cy="434340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2000">
                  <a:solidFill>
                    <a:schemeClr val="tx1"/>
                  </a:solidFill>
                  <a:latin typeface="Consolas" panose="020B0609020204030204" pitchFamily="49" charset="0"/>
                </a:rPr>
                <a:t>"go"</a:t>
              </a:r>
              <a:endParaRPr lang="ko-KR" altLang="en-US" sz="200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52FC96E-3AF3-564A-F47F-A963169FBB9B}"/>
              </a:ext>
            </a:extLst>
          </p:cNvPr>
          <p:cNvSpPr/>
          <p:nvPr/>
        </p:nvSpPr>
        <p:spPr>
          <a:xfrm>
            <a:off x="6622222" y="294132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"go"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D4874EC-8AD5-4A17-DDA6-0BD4FD6DA3D1}"/>
              </a:ext>
            </a:extLst>
          </p:cNvPr>
          <p:cNvSpPr/>
          <p:nvPr/>
        </p:nvSpPr>
        <p:spPr>
          <a:xfrm>
            <a:off x="9426382" y="26974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9DC2B95-C579-F924-094C-5BAAEDA4CCB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8031922" y="2941320"/>
            <a:ext cx="1394460" cy="2438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CBE2AFF-9F82-ED7E-9890-30CAF21ED550}"/>
              </a:ext>
            </a:extLst>
          </p:cNvPr>
          <p:cNvSpPr txBox="1"/>
          <p:nvPr/>
        </p:nvSpPr>
        <p:spPr>
          <a:xfrm>
            <a:off x="7122315" y="25128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m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8A54241-6989-6E55-4A7B-435642E14F2E}"/>
              </a:ext>
            </a:extLst>
          </p:cNvPr>
          <p:cNvSpPr/>
          <p:nvPr/>
        </p:nvSpPr>
        <p:spPr>
          <a:xfrm>
            <a:off x="6622222" y="342900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"is"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5B9B7E9-23D1-2B2A-EC64-FE9BFFA0BCD2}"/>
              </a:ext>
            </a:extLst>
          </p:cNvPr>
          <p:cNvSpPr/>
          <p:nvPr/>
        </p:nvSpPr>
        <p:spPr>
          <a:xfrm>
            <a:off x="9426382" y="33070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A7800DA-EA85-1107-DE87-6AAB76730959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8031922" y="3550920"/>
            <a:ext cx="1394460" cy="121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B5483D-B49F-DB08-3201-9EDF91BD854A}"/>
              </a:ext>
            </a:extLst>
          </p:cNvPr>
          <p:cNvSpPr/>
          <p:nvPr/>
        </p:nvSpPr>
        <p:spPr>
          <a:xfrm>
            <a:off x="6622222" y="391668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"fun"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F2CE366-DC88-0938-D6DE-BF0AA889CDA2}"/>
              </a:ext>
            </a:extLst>
          </p:cNvPr>
          <p:cNvSpPr/>
          <p:nvPr/>
        </p:nvSpPr>
        <p:spPr>
          <a:xfrm>
            <a:off x="9426382" y="39166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2AAF59BD-2F50-61F8-B477-D5E98A302C56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8031922" y="4160520"/>
            <a:ext cx="13944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B1E6F8A-5756-3824-B846-6DD8A92240AF}"/>
              </a:ext>
            </a:extLst>
          </p:cNvPr>
          <p:cNvSpPr/>
          <p:nvPr/>
        </p:nvSpPr>
        <p:spPr>
          <a:xfrm>
            <a:off x="6622222" y="4404360"/>
            <a:ext cx="140970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"fast"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09FE984-0003-1F93-8FED-F6AE40436654}"/>
              </a:ext>
            </a:extLst>
          </p:cNvPr>
          <p:cNvSpPr/>
          <p:nvPr/>
        </p:nvSpPr>
        <p:spPr>
          <a:xfrm>
            <a:off x="9434444" y="4526280"/>
            <a:ext cx="88392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C4A50057-B966-1DCC-5751-19F999152720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8031922" y="4648200"/>
            <a:ext cx="1402522" cy="1219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95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FD4BA-47A1-FB8F-939A-58D91AB0307A}"/>
              </a:ext>
            </a:extLst>
          </p:cNvPr>
          <p:cNvSpPr txBox="1"/>
          <p:nvPr/>
        </p:nvSpPr>
        <p:spPr>
          <a:xfrm>
            <a:off x="289560" y="144780"/>
            <a:ext cx="461697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typedef struct Node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int          value;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struct Node *next;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 Node;</a:t>
            </a:r>
          </a:p>
          <a:p>
            <a:pPr algn="l"/>
            <a:endParaRPr lang="en-US" altLang="ko-KR">
              <a:latin typeface="Consolas" panose="020B0609020204030204" pitchFamily="49" charset="0"/>
            </a:endParaRP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Node *push(Node *head, int v)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Node *n = malloc(sizeof(Node));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n-&gt;value = v;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n-&gt;next  = head;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return n;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C7E4BE-AFEB-D68A-F9D4-58745A09B474}"/>
              </a:ext>
            </a:extLst>
          </p:cNvPr>
          <p:cNvSpPr/>
          <p:nvPr/>
        </p:nvSpPr>
        <p:spPr>
          <a:xfrm>
            <a:off x="603504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F0F48-7C92-EE36-5729-18A7D6BF0ECE}"/>
              </a:ext>
            </a:extLst>
          </p:cNvPr>
          <p:cNvSpPr txBox="1"/>
          <p:nvPr/>
        </p:nvSpPr>
        <p:spPr>
          <a:xfrm>
            <a:off x="5928360" y="24001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A823-A3BD-35A0-31E2-AF4D9E7AA0F8}"/>
              </a:ext>
            </a:extLst>
          </p:cNvPr>
          <p:cNvSpPr/>
          <p:nvPr/>
        </p:nvSpPr>
        <p:spPr>
          <a:xfrm>
            <a:off x="9563100" y="2796421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6CB3B3-61F3-AD0C-ADAD-1E9981B50C22}"/>
              </a:ext>
            </a:extLst>
          </p:cNvPr>
          <p:cNvSpPr/>
          <p:nvPr/>
        </p:nvSpPr>
        <p:spPr>
          <a:xfrm>
            <a:off x="1005078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DC0CF-DD1C-F9FC-0349-D05D98699595}"/>
              </a:ext>
            </a:extLst>
          </p:cNvPr>
          <p:cNvSpPr txBox="1"/>
          <p:nvPr/>
        </p:nvSpPr>
        <p:spPr>
          <a:xfrm>
            <a:off x="7247372" y="5697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66949-CFC0-151A-9390-7786383EC1A0}"/>
              </a:ext>
            </a:extLst>
          </p:cNvPr>
          <p:cNvSpPr/>
          <p:nvPr/>
        </p:nvSpPr>
        <p:spPr>
          <a:xfrm>
            <a:off x="7489005" y="695206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CE143DA2-6015-DE8A-2CB0-914FADAFA859}"/>
              </a:ext>
            </a:extLst>
          </p:cNvPr>
          <p:cNvCxnSpPr>
            <a:cxnSpLocks/>
            <a:stCxn id="10" idx="2"/>
            <a:endCxn id="35" idx="0"/>
          </p:cNvCxnSpPr>
          <p:nvPr/>
        </p:nvCxnSpPr>
        <p:spPr>
          <a:xfrm rot="5400000">
            <a:off x="6703312" y="1739979"/>
            <a:ext cx="1586627" cy="4724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63F5D431-32C9-62D8-1C4A-1B4B18CAAB73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 flipV="1">
            <a:off x="6522720" y="3013353"/>
            <a:ext cx="493845" cy="269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A0914A-6CC4-FB21-F565-78F397495AE2}"/>
              </a:ext>
            </a:extLst>
          </p:cNvPr>
          <p:cNvSpPr/>
          <p:nvPr/>
        </p:nvSpPr>
        <p:spPr>
          <a:xfrm>
            <a:off x="8253210" y="2784753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463E94-95CC-37C2-2784-4E69DF208E7C}"/>
              </a:ext>
            </a:extLst>
          </p:cNvPr>
          <p:cNvSpPr/>
          <p:nvPr/>
        </p:nvSpPr>
        <p:spPr>
          <a:xfrm>
            <a:off x="8740890" y="2784753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E559E06-D12F-4925-1897-F306B2924265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>
            <a:off x="9228570" y="3028593"/>
            <a:ext cx="334530" cy="11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92F756-5C6E-0B86-0D33-26986DAE4B9C}"/>
              </a:ext>
            </a:extLst>
          </p:cNvPr>
          <p:cNvSpPr/>
          <p:nvPr/>
        </p:nvSpPr>
        <p:spPr>
          <a:xfrm>
            <a:off x="7016565" y="2769513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74E639-082E-5214-E1AD-C290103738D9}"/>
              </a:ext>
            </a:extLst>
          </p:cNvPr>
          <p:cNvSpPr/>
          <p:nvPr/>
        </p:nvSpPr>
        <p:spPr>
          <a:xfrm>
            <a:off x="7504245" y="2769513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D2C582D-BA05-2164-C5F5-F7C46669655D}"/>
              </a:ext>
            </a:extLst>
          </p:cNvPr>
          <p:cNvCxnSpPr>
            <a:cxnSpLocks/>
            <a:stCxn id="36" idx="3"/>
            <a:endCxn id="21" idx="1"/>
          </p:cNvCxnSpPr>
          <p:nvPr/>
        </p:nvCxnSpPr>
        <p:spPr>
          <a:xfrm>
            <a:off x="7991925" y="3013353"/>
            <a:ext cx="261285" cy="152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87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AFD4BA-47A1-FB8F-939A-58D91AB0307A}"/>
              </a:ext>
            </a:extLst>
          </p:cNvPr>
          <p:cNvSpPr txBox="1"/>
          <p:nvPr/>
        </p:nvSpPr>
        <p:spPr>
          <a:xfrm>
            <a:off x="289560" y="144780"/>
            <a:ext cx="423705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void free_list(Node *head)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while (head) {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Node *next = head-&gt;next;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free(head);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    head = next;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    }</a:t>
            </a:r>
          </a:p>
          <a:p>
            <a:pPr algn="l"/>
            <a:r>
              <a:rPr lang="en-US" altLang="ko-KR">
                <a:latin typeface="Consolas" panose="020B0609020204030204" pitchFamily="49" charset="0"/>
              </a:rPr>
              <a:t>}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C7E4BE-AFEB-D68A-F9D4-58745A09B474}"/>
              </a:ext>
            </a:extLst>
          </p:cNvPr>
          <p:cNvSpPr/>
          <p:nvPr/>
        </p:nvSpPr>
        <p:spPr>
          <a:xfrm>
            <a:off x="603504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4F0F48-7C92-EE36-5729-18A7D6BF0ECE}"/>
              </a:ext>
            </a:extLst>
          </p:cNvPr>
          <p:cNvSpPr txBox="1"/>
          <p:nvPr/>
        </p:nvSpPr>
        <p:spPr>
          <a:xfrm>
            <a:off x="5928360" y="240018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head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5BA823-A3BD-35A0-31E2-AF4D9E7AA0F8}"/>
              </a:ext>
            </a:extLst>
          </p:cNvPr>
          <p:cNvSpPr/>
          <p:nvPr/>
        </p:nvSpPr>
        <p:spPr>
          <a:xfrm>
            <a:off x="9563100" y="2796421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6CB3B3-61F3-AD0C-ADAD-1E9981B50C22}"/>
              </a:ext>
            </a:extLst>
          </p:cNvPr>
          <p:cNvSpPr/>
          <p:nvPr/>
        </p:nvSpPr>
        <p:spPr>
          <a:xfrm>
            <a:off x="10050780" y="2796421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DC0CF-DD1C-F9FC-0349-D05D98699595}"/>
              </a:ext>
            </a:extLst>
          </p:cNvPr>
          <p:cNvSpPr txBox="1"/>
          <p:nvPr/>
        </p:nvSpPr>
        <p:spPr>
          <a:xfrm>
            <a:off x="7387237" y="32587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>
                <a:latin typeface="Consolas" panose="020B0609020204030204" pitchFamily="49" charset="0"/>
              </a:rPr>
              <a:t>next</a:t>
            </a:r>
            <a:endParaRPr lang="ko-KR" altLang="en-US"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E66949-CFC0-151A-9390-7786383EC1A0}"/>
              </a:ext>
            </a:extLst>
          </p:cNvPr>
          <p:cNvSpPr/>
          <p:nvPr/>
        </p:nvSpPr>
        <p:spPr>
          <a:xfrm>
            <a:off x="7489005" y="695206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CE143DA2-6015-DE8A-2CB0-914FADAFA859}"/>
              </a:ext>
            </a:extLst>
          </p:cNvPr>
          <p:cNvCxnSpPr>
            <a:cxnSpLocks/>
            <a:stCxn id="10" idx="2"/>
            <a:endCxn id="21" idx="0"/>
          </p:cNvCxnSpPr>
          <p:nvPr/>
        </p:nvCxnSpPr>
        <p:spPr>
          <a:xfrm rot="16200000" flipH="1">
            <a:off x="7314014" y="1601716"/>
            <a:ext cx="1601867" cy="7642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63F5D431-32C9-62D8-1C4A-1B4B18CAAB73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 flipV="1">
            <a:off x="6522720" y="3028593"/>
            <a:ext cx="1730490" cy="11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5A0914A-6CC4-FB21-F565-78F397495AE2}"/>
              </a:ext>
            </a:extLst>
          </p:cNvPr>
          <p:cNvSpPr/>
          <p:nvPr/>
        </p:nvSpPr>
        <p:spPr>
          <a:xfrm>
            <a:off x="8253210" y="2784753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463E94-95CC-37C2-2784-4E69DF208E7C}"/>
              </a:ext>
            </a:extLst>
          </p:cNvPr>
          <p:cNvSpPr/>
          <p:nvPr/>
        </p:nvSpPr>
        <p:spPr>
          <a:xfrm>
            <a:off x="8740890" y="2784753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E559E06-D12F-4925-1897-F306B2924265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>
            <a:off x="9228570" y="3028593"/>
            <a:ext cx="334530" cy="1166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92F756-5C6E-0B86-0D33-26986DAE4B9C}"/>
              </a:ext>
            </a:extLst>
          </p:cNvPr>
          <p:cNvSpPr/>
          <p:nvPr/>
        </p:nvSpPr>
        <p:spPr>
          <a:xfrm>
            <a:off x="6899557" y="2179558"/>
            <a:ext cx="487680" cy="48768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2000">
                <a:solidFill>
                  <a:schemeClr val="tx1"/>
                </a:solidFill>
                <a:latin typeface="Consolas" panose="020B0609020204030204" pitchFamily="49" charset="0"/>
              </a:rPr>
              <a:t>3</a:t>
            </a:r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74E639-082E-5214-E1AD-C290103738D9}"/>
              </a:ext>
            </a:extLst>
          </p:cNvPr>
          <p:cNvSpPr/>
          <p:nvPr/>
        </p:nvSpPr>
        <p:spPr>
          <a:xfrm>
            <a:off x="7387237" y="2179558"/>
            <a:ext cx="487680" cy="487680"/>
          </a:xfrm>
          <a:prstGeom prst="rect">
            <a:avLst/>
          </a:prstGeom>
          <a:solidFill>
            <a:srgbClr val="FFC000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20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5F9B77D-59B3-1631-651A-245CC6E88588}"/>
              </a:ext>
            </a:extLst>
          </p:cNvPr>
          <p:cNvCxnSpPr/>
          <p:nvPr/>
        </p:nvCxnSpPr>
        <p:spPr>
          <a:xfrm flipH="1">
            <a:off x="6918008" y="2167533"/>
            <a:ext cx="946336" cy="4876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128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12700">
          <a:solidFill>
            <a:schemeClr val="tx1">
              <a:lumMod val="50000"/>
              <a:lumOff val="50000"/>
            </a:schemeClr>
          </a:solidFill>
        </a:ln>
      </a:spPr>
      <a:bodyPr lIns="36000" rIns="36000" rtlCol="0" anchor="ctr"/>
      <a:lstStyle>
        <a:defPPr algn="ctr">
          <a:defRPr sz="200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mtClean="0">
            <a:latin typeface="Consolas" panose="020B06090202040302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2543</TotalTime>
  <Words>1970</Words>
  <Application>Microsoft Office PowerPoint</Application>
  <PresentationFormat>와이드스크린</PresentationFormat>
  <Paragraphs>658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맑은 고딕</vt:lpstr>
      <vt:lpstr>Arial</vt:lpstr>
      <vt:lpstr>Cambria Math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jungin kim</dc:creator>
  <cp:lastModifiedBy>jungin kim</cp:lastModifiedBy>
  <cp:revision>19</cp:revision>
  <dcterms:created xsi:type="dcterms:W3CDTF">2026-05-04T10:27:52Z</dcterms:created>
  <dcterms:modified xsi:type="dcterms:W3CDTF">2026-06-08T08:44:13Z</dcterms:modified>
</cp:coreProperties>
</file>